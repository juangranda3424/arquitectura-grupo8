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Lst>
  <p:sldSz cy="6858000" cx="12192000"/>
  <p:notesSz cx="6858000" cy="9144000"/>
  <p:embeddedFontLst>
    <p:embeddedFont>
      <p:font typeface="Gill Sans"/>
      <p:regular r:id="rId80"/>
      <p:bold r:id="rId8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F136021-7255-42B7-A7E7-87A8D8FFE9CA}">
  <a:tblStyle styleId="{BF136021-7255-42B7-A7E7-87A8D8FFE9CA}" styleName="Table_0">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Relationships xmlns="http://schemas.openxmlformats.org/package/2006/relationships"><Relationship Id="rId80" Type="http://schemas.openxmlformats.org/officeDocument/2006/relationships/font" Target="fonts/GillSans-regular.fntdata"/><Relationship Id="rId81" Type="http://schemas.openxmlformats.org/officeDocument/2006/relationships/font" Target="fonts/GillSans-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  <Relationship Id="rId82" Type="http://schemas.openxmlformats.org/officeDocument/2006/relationships/slide" Target="slides/slide75.xml"/>
  <Relationship Id="rId83" Type="http://schemas.openxmlformats.org/officeDocument/2006/relationships/slide" Target="slides/slide76.xml"/>
  <Relationship Id="rId84" Type="http://schemas.openxmlformats.org/officeDocument/2006/relationships/slide" Target="slides/slide77.xml"/>
  <Relationship Id="rId85" Type="http://schemas.openxmlformats.org/officeDocument/2006/relationships/slide" Target="slides/slide78.xml"/>
  <Relationship Id="rId86" Type="http://schemas.openxmlformats.org/officeDocument/2006/relationships/slide" Target="slides/slide79.xml"/>
  <Relationship Id="rId87" Type="http://schemas.openxmlformats.org/officeDocument/2006/relationships/slide" Target="slides/slide80.xml"/>
  <Relationship Id="rId88" Type="http://schemas.openxmlformats.org/officeDocument/2006/relationships/slide" Target="slides/slide81.xml"/>
  <Relationship Id="rId89" Type="http://schemas.openxmlformats.org/officeDocument/2006/relationships/slide" Target="slides/slide82.xml"/>
  <Relationship Id="rId90" Type="http://schemas.openxmlformats.org/officeDocument/2006/relationships/slide" Target="slides/slide83.xml"/>
  <Relationship Id="rId91" Type="http://schemas.openxmlformats.org/officeDocument/2006/relationships/slide" Target="slides/slide84.xml"/>
  <Relationship Id="rId92" Type="http://schemas.openxmlformats.org/officeDocument/2006/relationships/slide" Target="slides/slide85.xml"/>
  <Relationship Id="rId93" Type="http://schemas.openxmlformats.org/officeDocument/2006/relationships/slide" Target="slides/slide86.xml"/>
  <Relationship Id="rId94" Type="http://schemas.openxmlformats.org/officeDocument/2006/relationships/slide" Target="slides/slide87.xml"/>
  <Relationship Id="rId95" Type="http://schemas.openxmlformats.org/officeDocument/2006/relationships/slide" Target="slides/slide88.xml"/>
  <Relationship Id="rId96" Type="http://schemas.openxmlformats.org/officeDocument/2006/relationships/slide" Target="slides/slide89.xml"/>
  <Relationship Id="rId97" Type="http://schemas.openxmlformats.org/officeDocument/2006/relationships/slide" Target="slides/slide90.xml"/>
  <Relationship Id="rId98" Type="http://schemas.openxmlformats.org/officeDocument/2006/relationships/slide" Target="slides/slide91.xml"/>
  <Relationship Id="rId99" Type="http://schemas.openxmlformats.org/officeDocument/2006/relationships/slide" Target="slides/slide92.xml"/>
  <Relationship Id="rId100" Type="http://schemas.openxmlformats.org/officeDocument/2006/relationships/slide" Target="slides/slide93.xml"/>
  <Relationship Id="rId101" Type="http://schemas.openxmlformats.org/officeDocument/2006/relationships/slide" Target="slides/slide94.xml"/>
  <Relationship Id="rId102" Type="http://schemas.openxmlformats.org/officeDocument/2006/relationships/slide" Target="slides/slide95.xml"/>
  <Relationship Id="rId103" Type="http://schemas.openxmlformats.org/officeDocument/2006/relationships/slide" Target="slides/slide96.xml"/>
  <Relationship Id="rId104" Type="http://schemas.openxmlformats.org/officeDocument/2006/relationships/slide" Target="slides/slide97.xml"/>
  <Relationship Id="rId105" Type="http://schemas.openxmlformats.org/officeDocument/2006/relationships/slide" Target="slides/slide98.xml"/>
  <Relationship Id="rId106" Type="http://schemas.openxmlformats.org/officeDocument/2006/relationships/slide" Target="slides/slide99.xml"/>
  <Relationship Id="rId107" Type="http://schemas.openxmlformats.org/officeDocument/2006/relationships/slide" Target="slides/slide100.xml"/>
  <Relationship Id="rId108" Type="http://schemas.openxmlformats.org/officeDocument/2006/relationships/slide" Target="slides/slide101.xml"/>
  <Relationship Id="rId109" Type="http://schemas.openxmlformats.org/officeDocument/2006/relationships/slide" Target="slides/slide102.xml"/>
  <Relationship Id="rId110" Type="http://schemas.openxmlformats.org/officeDocument/2006/relationships/slide" Target="slides/slide103.xml"/>
  <Relationship Id="rId111" Type="http://schemas.openxmlformats.org/officeDocument/2006/relationships/slide" Target="slides/slide104.xml"/>
  <Relationship Id="rId112" Type="http://schemas.openxmlformats.org/officeDocument/2006/relationships/slide" Target="slides/slide105.xml"/>
  <Relationship Id="rId113" Type="http://schemas.openxmlformats.org/officeDocument/2006/relationships/slide" Target="slides/slide106.xml"/>
  <Relationship Id="rId114" Type="http://schemas.openxmlformats.org/officeDocument/2006/relationships/slide" Target="slides/slide107.xml"/>
  <Relationship Id="rId115" Type="http://schemas.openxmlformats.org/officeDocument/2006/relationships/slide" Target="slides/slide108.xml"/>
  <Relationship Id="rId116" Type="http://schemas.openxmlformats.org/officeDocument/2006/relationships/slide" Target="slides/slide109.xml"/>
  <Relationship Id="rId117" Type="http://schemas.openxmlformats.org/officeDocument/2006/relationships/slide" Target="slides/slide110.xml"/>
  <Relationship Id="rId118" Type="http://schemas.openxmlformats.org/officeDocument/2006/relationships/slide" Target="slides/slide111.xml"/>
  <Relationship Id="rId119" Type="http://schemas.openxmlformats.org/officeDocument/2006/relationships/slide" Target="slides/slide112.xml"/>
  <Relationship Id="rId120" Type="http://schemas.openxmlformats.org/officeDocument/2006/relationships/slide" Target="slides/slide113.xml"/>
  <Relationship Id="rId121" Type="http://schemas.openxmlformats.org/officeDocument/2006/relationships/slide" Target="slides/slide114.xml"/>
  <Relationship Id="rId122" Type="http://schemas.openxmlformats.org/officeDocument/2006/relationships/slide" Target="slides/slide115.xml"/>
  <Relationship Id="rId123" Type="http://schemas.openxmlformats.org/officeDocument/2006/relationships/slide" Target="slides/slide116.xml"/>
  <Relationship Id="rId124" Type="http://schemas.openxmlformats.org/officeDocument/2006/relationships/slide" Target="slides/slide117.xml"/>
  <Relationship Id="rId125" Type="http://schemas.openxmlformats.org/officeDocument/2006/relationships/slide" Target="slides/slide118.xml"/>
  <Relationship Id="rId126" Type="http://schemas.openxmlformats.org/officeDocument/2006/relationships/slide" Target="slides/slide119.xml"/>
  <Relationship Id="rId127" Type="http://schemas.openxmlformats.org/officeDocument/2006/relationships/slide" Target="slides/slide120.xml"/>
  <Relationship Id="rId128" Type="http://schemas.openxmlformats.org/officeDocument/2006/relationships/slide" Target="slides/slide121.xml"/>
  <Relationship Id="rId129" Type="http://schemas.openxmlformats.org/officeDocument/2006/relationships/slide" Target="slides/slide122.xml"/>
  <Relationship Id="rId130" Type="http://schemas.openxmlformats.org/officeDocument/2006/relationships/slide" Target="slides/slide123.xml"/>
  <Relationship Id="rId131" Type="http://schemas.openxmlformats.org/officeDocument/2006/relationships/slide" Target="slides/slide124.xml"/>
  <Relationship Id="rId132" Type="http://schemas.openxmlformats.org/officeDocument/2006/relationships/slide" Target="slides/slide125.xml"/>
  <Relationship Id="rId133" Type="http://schemas.openxmlformats.org/officeDocument/2006/relationships/slide" Target="slides/slide126.xml"/>
  <Relationship Id="rId134" Type="http://schemas.openxmlformats.org/officeDocument/2006/relationships/slide" Target="slides/slide127.xml"/>
  <Relationship Id="rId135" Type="http://schemas.openxmlformats.org/officeDocument/2006/relationships/slide" Target="slides/slide128.xml"/>
  <Relationship Id="rId136" Type="http://schemas.openxmlformats.org/officeDocument/2006/relationships/slide" Target="slides/slide129.xml"/>
  <Relationship Id="rId137" Type="http://schemas.openxmlformats.org/officeDocument/2006/relationships/slide" Target="slides/slide130.xml"/>
  <Relationship Id="rId138" Type="http://schemas.openxmlformats.org/officeDocument/2006/relationships/slide" Target="slides/slide131.xml"/>
  <Relationship Id="rId139" Type="http://schemas.openxmlformats.org/officeDocument/2006/relationships/slide" Target="slides/slide132.xml"/>
  <Relationship Id="rId140" Type="http://schemas.openxmlformats.org/officeDocument/2006/relationships/slide" Target="slides/slide133.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4" name="Google Shape;94;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3" name="Google Shape;103;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4" name="Shape 14"/>
        <p:cNvGrpSpPr/>
        <p:nvPr/>
      </p:nvGrpSpPr>
      <p:grpSpPr>
        <a:xfrm>
          <a:off x="0" y="0"/>
          <a:ext cx="0" cy="0"/>
          <a:chOff x="0" y="0"/>
          <a:chExt cx="0" cy="0"/>
        </a:xfrm>
      </p:grpSpPr>
      <p:sp>
        <p:nvSpPr>
          <p:cNvPr id="15" name="Google Shape;15;p2"/>
          <p:cNvSpPr/>
          <p:nvPr/>
        </p:nvSpPr>
        <p:spPr>
          <a:xfrm>
            <a:off x="446534" y="3085765"/>
            <a:ext cx="11262866" cy="33048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2"/>
          <p:cNvSpPr txBox="1"/>
          <p:nvPr>
            <p:ph type="ctrTitle"/>
          </p:nvPr>
        </p:nvSpPr>
        <p:spPr>
          <a:xfrm>
            <a:off x="581191" y="1020431"/>
            <a:ext cx="10993549" cy="1475013"/>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accent1"/>
              </a:buClr>
              <a:buSzPts val="3600"/>
              <a:buFont typeface="Gill Sans"/>
              <a:buNone/>
              <a:defRPr sz="360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
          <p:cNvSpPr txBox="1"/>
          <p:nvPr>
            <p:ph idx="1" type="subTitle"/>
          </p:nvPr>
        </p:nvSpPr>
        <p:spPr>
          <a:xfrm>
            <a:off x="581194" y="2495445"/>
            <a:ext cx="10993546" cy="590321"/>
          </a:xfrm>
          <a:prstGeom prst="rect">
            <a:avLst/>
          </a:prstGeom>
          <a:noFill/>
          <a:ln>
            <a:noFill/>
          </a:ln>
        </p:spPr>
        <p:txBody>
          <a:bodyPr anchorCtr="0" anchor="t" bIns="45700" lIns="91425" spcFirstLastPara="1" rIns="91425" wrap="square" tIns="45700">
            <a:normAutofit/>
          </a:bodyPr>
          <a:lstStyle>
            <a:lvl1pPr lvl="0" algn="l">
              <a:lnSpc>
                <a:spcPct val="100000"/>
              </a:lnSpc>
              <a:spcBef>
                <a:spcPts val="320"/>
              </a:spcBef>
              <a:spcAft>
                <a:spcPts val="0"/>
              </a:spcAft>
              <a:buSzPts val="1472"/>
              <a:buNone/>
              <a:defRPr sz="1600" cap="none">
                <a:solidFill>
                  <a:schemeClr val="accent2"/>
                </a:solidFill>
              </a:defRPr>
            </a:lvl1pPr>
            <a:lvl2pPr lvl="1" algn="ctr">
              <a:lnSpc>
                <a:spcPct val="100000"/>
              </a:lnSpc>
              <a:spcBef>
                <a:spcPts val="600"/>
              </a:spcBef>
              <a:spcAft>
                <a:spcPts val="0"/>
              </a:spcAft>
              <a:buSzPts val="1472"/>
              <a:buNone/>
              <a:defRPr>
                <a:solidFill>
                  <a:srgbClr val="888888"/>
                </a:solidFill>
              </a:defRPr>
            </a:lvl2pPr>
            <a:lvl3pPr lvl="2" algn="ctr">
              <a:lnSpc>
                <a:spcPct val="100000"/>
              </a:lnSpc>
              <a:spcBef>
                <a:spcPts val="600"/>
              </a:spcBef>
              <a:spcAft>
                <a:spcPts val="0"/>
              </a:spcAft>
              <a:buSzPts val="1288"/>
              <a:buNone/>
              <a:defRPr>
                <a:solidFill>
                  <a:srgbClr val="888888"/>
                </a:solidFill>
              </a:defRPr>
            </a:lvl3pPr>
            <a:lvl4pPr lvl="3" algn="ctr">
              <a:lnSpc>
                <a:spcPct val="100000"/>
              </a:lnSpc>
              <a:spcBef>
                <a:spcPts val="600"/>
              </a:spcBef>
              <a:spcAft>
                <a:spcPts val="0"/>
              </a:spcAft>
              <a:buSzPts val="1104"/>
              <a:buNone/>
              <a:defRPr>
                <a:solidFill>
                  <a:srgbClr val="888888"/>
                </a:solidFill>
              </a:defRPr>
            </a:lvl4pPr>
            <a:lvl5pPr lvl="4" algn="ctr">
              <a:lnSpc>
                <a:spcPct val="100000"/>
              </a:lnSpc>
              <a:spcBef>
                <a:spcPts val="600"/>
              </a:spcBef>
              <a:spcAft>
                <a:spcPts val="0"/>
              </a:spcAft>
              <a:buSzPts val="1104"/>
              <a:buNone/>
              <a:defRPr>
                <a:solidFill>
                  <a:srgbClr val="888888"/>
                </a:solidFill>
              </a:defRPr>
            </a:lvl5pPr>
            <a:lvl6pPr lvl="5" algn="ctr">
              <a:lnSpc>
                <a:spcPct val="100000"/>
              </a:lnSpc>
              <a:spcBef>
                <a:spcPts val="600"/>
              </a:spcBef>
              <a:spcAft>
                <a:spcPts val="0"/>
              </a:spcAft>
              <a:buSzPts val="1104"/>
              <a:buNone/>
              <a:defRPr>
                <a:solidFill>
                  <a:srgbClr val="888888"/>
                </a:solidFill>
              </a:defRPr>
            </a:lvl6pPr>
            <a:lvl7pPr lvl="6" algn="ctr">
              <a:lnSpc>
                <a:spcPct val="100000"/>
              </a:lnSpc>
              <a:spcBef>
                <a:spcPts val="600"/>
              </a:spcBef>
              <a:spcAft>
                <a:spcPts val="0"/>
              </a:spcAft>
              <a:buSzPts val="1104"/>
              <a:buNone/>
              <a:defRPr>
                <a:solidFill>
                  <a:srgbClr val="888888"/>
                </a:solidFill>
              </a:defRPr>
            </a:lvl7pPr>
            <a:lvl8pPr lvl="7" algn="ctr">
              <a:lnSpc>
                <a:spcPct val="100000"/>
              </a:lnSpc>
              <a:spcBef>
                <a:spcPts val="600"/>
              </a:spcBef>
              <a:spcAft>
                <a:spcPts val="0"/>
              </a:spcAft>
              <a:buSzPts val="1104"/>
              <a:buNone/>
              <a:defRPr>
                <a:solidFill>
                  <a:srgbClr val="888888"/>
                </a:solidFill>
              </a:defRPr>
            </a:lvl8pPr>
            <a:lvl9pPr lvl="8" algn="ctr">
              <a:lnSpc>
                <a:spcPct val="100000"/>
              </a:lnSpc>
              <a:spcBef>
                <a:spcPts val="600"/>
              </a:spcBef>
              <a:spcAft>
                <a:spcPts val="600"/>
              </a:spcAft>
              <a:buSzPts val="1104"/>
              <a:buNone/>
              <a:defRPr>
                <a:solidFill>
                  <a:srgbClr val="888888"/>
                </a:solidFill>
              </a:defRPr>
            </a:lvl9pPr>
          </a:lstStyle>
          <a:p/>
        </p:txBody>
      </p:sp>
      <p:sp>
        <p:nvSpPr>
          <p:cNvPr id="18" name="Google Shape;18;p2"/>
          <p:cNvSpPr txBox="1"/>
          <p:nvPr>
            <p:ph idx="10" type="dt"/>
          </p:nvPr>
        </p:nvSpPr>
        <p:spPr>
          <a:xfrm>
            <a:off x="7605951" y="5956137"/>
            <a:ext cx="28448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
          <p:cNvSpPr txBox="1"/>
          <p:nvPr>
            <p:ph idx="12" type="sldNum"/>
          </p:nvPr>
        </p:nvSpPr>
        <p:spPr>
          <a:xfrm>
            <a:off x="10558300" y="5956137"/>
            <a:ext cx="101644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21" name="Shape 21"/>
        <p:cNvGrpSpPr/>
        <p:nvPr/>
      </p:nvGrpSpPr>
      <p:grpSpPr>
        <a:xfrm>
          <a:off x="0" y="0"/>
          <a:ext cx="0" cy="0"/>
          <a:chOff x="0" y="0"/>
          <a:chExt cx="0" cy="0"/>
        </a:xfrm>
      </p:grpSpPr>
      <p:sp>
        <p:nvSpPr>
          <p:cNvPr id="22" name="Google Shape;22;p3"/>
          <p:cNvSpPr/>
          <p:nvPr/>
        </p:nvSpPr>
        <p:spPr>
          <a:xfrm>
            <a:off x="440286" y="614407"/>
            <a:ext cx="11309338" cy="1189298"/>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 name="Google Shape;23;p3"/>
          <p:cNvSpPr txBox="1"/>
          <p:nvPr>
            <p:ph type="title"/>
          </p:nvPr>
        </p:nvSpPr>
        <p:spPr>
          <a:xfrm>
            <a:off x="581192" y="702156"/>
            <a:ext cx="11029616" cy="10138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3"/>
          <p:cNvSpPr txBox="1"/>
          <p:nvPr>
            <p:ph idx="1" type="body"/>
          </p:nvPr>
        </p:nvSpPr>
        <p:spPr>
          <a:xfrm>
            <a:off x="581192" y="2180496"/>
            <a:ext cx="11029615" cy="3678303"/>
          </a:xfrm>
          <a:prstGeom prst="rect">
            <a:avLst/>
          </a:prstGeom>
          <a:noFill/>
          <a:ln>
            <a:noFill/>
          </a:ln>
        </p:spPr>
        <p:txBody>
          <a:bodyPr anchorCtr="0" anchor="ctr" bIns="45700" lIns="91425" spcFirstLastPara="1" rIns="91425" wrap="square" tIns="45700">
            <a:normAutofit/>
          </a:bodyPr>
          <a:lstStyle>
            <a:lvl1pPr indent="-333756" lvl="0" marL="457200" algn="l">
              <a:lnSpc>
                <a:spcPct val="100000"/>
              </a:lnSpc>
              <a:spcBef>
                <a:spcPts val="360"/>
              </a:spcBef>
              <a:spcAft>
                <a:spcPts val="0"/>
              </a:spcAft>
              <a:buSzPts val="1656"/>
              <a:buChar char="◼"/>
              <a:defRPr/>
            </a:lvl1pPr>
            <a:lvl2pPr indent="-333756" lvl="1" marL="914400" algn="l">
              <a:lnSpc>
                <a:spcPct val="100000"/>
              </a:lnSpc>
              <a:spcBef>
                <a:spcPts val="600"/>
              </a:spcBef>
              <a:spcAft>
                <a:spcPts val="0"/>
              </a:spcAft>
              <a:buSzPts val="1656"/>
              <a:buChar char="◼"/>
              <a:defRPr/>
            </a:lvl2pPr>
            <a:lvl3pPr indent="-333756" lvl="2" marL="1371600" algn="l">
              <a:lnSpc>
                <a:spcPct val="100000"/>
              </a:lnSpc>
              <a:spcBef>
                <a:spcPts val="600"/>
              </a:spcBef>
              <a:spcAft>
                <a:spcPts val="0"/>
              </a:spcAft>
              <a:buSzPts val="1656"/>
              <a:buChar char="◼"/>
              <a:defRPr/>
            </a:lvl3pPr>
            <a:lvl4pPr indent="-333756" lvl="3" marL="1828800" algn="l">
              <a:lnSpc>
                <a:spcPct val="100000"/>
              </a:lnSpc>
              <a:spcBef>
                <a:spcPts val="600"/>
              </a:spcBef>
              <a:spcAft>
                <a:spcPts val="0"/>
              </a:spcAft>
              <a:buSzPts val="1656"/>
              <a:buChar char="◼"/>
              <a:defRPr/>
            </a:lvl4pPr>
            <a:lvl5pPr indent="-333756" lvl="4" marL="2286000" algn="l">
              <a:lnSpc>
                <a:spcPct val="100000"/>
              </a:lnSpc>
              <a:spcBef>
                <a:spcPts val="600"/>
              </a:spcBef>
              <a:spcAft>
                <a:spcPts val="0"/>
              </a:spcAft>
              <a:buSzPts val="1656"/>
              <a:buChar char="◼"/>
              <a:defRPr/>
            </a:lvl5pPr>
            <a:lvl6pPr indent="-333756" lvl="5" marL="2743200" algn="l">
              <a:lnSpc>
                <a:spcPct val="100000"/>
              </a:lnSpc>
              <a:spcBef>
                <a:spcPts val="600"/>
              </a:spcBef>
              <a:spcAft>
                <a:spcPts val="0"/>
              </a:spcAft>
              <a:buSzPts val="1656"/>
              <a:buChar char="◼"/>
              <a:defRPr/>
            </a:lvl6pPr>
            <a:lvl7pPr indent="-333756" lvl="6" marL="3200400" algn="l">
              <a:lnSpc>
                <a:spcPct val="100000"/>
              </a:lnSpc>
              <a:spcBef>
                <a:spcPts val="600"/>
              </a:spcBef>
              <a:spcAft>
                <a:spcPts val="0"/>
              </a:spcAft>
              <a:buSzPts val="1656"/>
              <a:buChar char="◼"/>
              <a:defRPr/>
            </a:lvl7pPr>
            <a:lvl8pPr indent="-333756" lvl="7" marL="3657600" algn="l">
              <a:lnSpc>
                <a:spcPct val="100000"/>
              </a:lnSpc>
              <a:spcBef>
                <a:spcPts val="600"/>
              </a:spcBef>
              <a:spcAft>
                <a:spcPts val="0"/>
              </a:spcAft>
              <a:buSzPts val="1656"/>
              <a:buChar char="◼"/>
              <a:defRPr/>
            </a:lvl8pPr>
            <a:lvl9pPr indent="-333756" lvl="8" marL="4114800" algn="l">
              <a:lnSpc>
                <a:spcPct val="100000"/>
              </a:lnSpc>
              <a:spcBef>
                <a:spcPts val="600"/>
              </a:spcBef>
              <a:spcAft>
                <a:spcPts val="600"/>
              </a:spcAft>
              <a:buSzPts val="1656"/>
              <a:buChar char="◼"/>
              <a:defRPr/>
            </a:lvl9pPr>
          </a:lstStyle>
          <a:p/>
        </p:txBody>
      </p:sp>
      <p:sp>
        <p:nvSpPr>
          <p:cNvPr id="25" name="Google Shape;25;p3"/>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3"/>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3"/>
          <p:cNvSpPr txBox="1"/>
          <p:nvPr>
            <p:ph idx="12" type="sldNum"/>
          </p:nvPr>
        </p:nvSpPr>
        <p:spPr>
          <a:xfrm>
            <a:off x="10558300" y="5956137"/>
            <a:ext cx="1052508"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8" name="Shape 28"/>
        <p:cNvGrpSpPr/>
        <p:nvPr/>
      </p:nvGrpSpPr>
      <p:grpSpPr>
        <a:xfrm>
          <a:off x="0" y="0"/>
          <a:ext cx="0" cy="0"/>
          <a:chOff x="0" y="0"/>
          <a:chExt cx="0" cy="0"/>
        </a:xfrm>
      </p:grpSpPr>
      <p:sp>
        <p:nvSpPr>
          <p:cNvPr id="29" name="Google Shape;29;p4"/>
          <p:cNvSpPr/>
          <p:nvPr/>
        </p:nvSpPr>
        <p:spPr>
          <a:xfrm>
            <a:off x="447817" y="5141974"/>
            <a:ext cx="11290860" cy="1258827"/>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 name="Google Shape;30;p4"/>
          <p:cNvSpPr txBox="1"/>
          <p:nvPr>
            <p:ph type="title"/>
          </p:nvPr>
        </p:nvSpPr>
        <p:spPr>
          <a:xfrm>
            <a:off x="581193" y="3043910"/>
            <a:ext cx="11029615" cy="1497507"/>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accent1"/>
              </a:buClr>
              <a:buSzPts val="3600"/>
              <a:buFont typeface="Gill Sans"/>
              <a:buNone/>
              <a:defRPr b="0" sz="3600" cap="none">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4"/>
          <p:cNvSpPr txBox="1"/>
          <p:nvPr>
            <p:ph idx="1" type="body"/>
          </p:nvPr>
        </p:nvSpPr>
        <p:spPr>
          <a:xfrm>
            <a:off x="581192" y="4541417"/>
            <a:ext cx="11029615" cy="60055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1656"/>
              <a:buNone/>
              <a:defRPr sz="1800" cap="none">
                <a:solidFill>
                  <a:schemeClr val="accent2"/>
                </a:solidFill>
              </a:defRPr>
            </a:lvl1pPr>
            <a:lvl2pPr indent="-228600" lvl="1" marL="914400" algn="l">
              <a:lnSpc>
                <a:spcPct val="100000"/>
              </a:lnSpc>
              <a:spcBef>
                <a:spcPts val="600"/>
              </a:spcBef>
              <a:spcAft>
                <a:spcPts val="0"/>
              </a:spcAft>
              <a:buSzPts val="1656"/>
              <a:buNone/>
              <a:defRPr sz="1800">
                <a:solidFill>
                  <a:srgbClr val="888888"/>
                </a:solidFill>
              </a:defRPr>
            </a:lvl2pPr>
            <a:lvl3pPr indent="-228600" lvl="2" marL="1371600" algn="l">
              <a:lnSpc>
                <a:spcPct val="100000"/>
              </a:lnSpc>
              <a:spcBef>
                <a:spcPts val="600"/>
              </a:spcBef>
              <a:spcAft>
                <a:spcPts val="0"/>
              </a:spcAft>
              <a:buSzPts val="1472"/>
              <a:buNone/>
              <a:defRPr sz="1600">
                <a:solidFill>
                  <a:srgbClr val="888888"/>
                </a:solidFill>
              </a:defRPr>
            </a:lvl3pPr>
            <a:lvl4pPr indent="-228600" lvl="3" marL="1828800" algn="l">
              <a:lnSpc>
                <a:spcPct val="100000"/>
              </a:lnSpc>
              <a:spcBef>
                <a:spcPts val="600"/>
              </a:spcBef>
              <a:spcAft>
                <a:spcPts val="0"/>
              </a:spcAft>
              <a:buSzPts val="1288"/>
              <a:buNone/>
              <a:defRPr sz="1400">
                <a:solidFill>
                  <a:srgbClr val="888888"/>
                </a:solidFill>
              </a:defRPr>
            </a:lvl4pPr>
            <a:lvl5pPr indent="-228600" lvl="4" marL="2286000" algn="l">
              <a:lnSpc>
                <a:spcPct val="100000"/>
              </a:lnSpc>
              <a:spcBef>
                <a:spcPts val="600"/>
              </a:spcBef>
              <a:spcAft>
                <a:spcPts val="0"/>
              </a:spcAft>
              <a:buSzPts val="1288"/>
              <a:buNone/>
              <a:defRPr sz="1400">
                <a:solidFill>
                  <a:srgbClr val="888888"/>
                </a:solidFill>
              </a:defRPr>
            </a:lvl5pPr>
            <a:lvl6pPr indent="-228600" lvl="5" marL="2743200" algn="l">
              <a:lnSpc>
                <a:spcPct val="100000"/>
              </a:lnSpc>
              <a:spcBef>
                <a:spcPts val="600"/>
              </a:spcBef>
              <a:spcAft>
                <a:spcPts val="0"/>
              </a:spcAft>
              <a:buSzPts val="1288"/>
              <a:buNone/>
              <a:defRPr sz="1400">
                <a:solidFill>
                  <a:srgbClr val="888888"/>
                </a:solidFill>
              </a:defRPr>
            </a:lvl6pPr>
            <a:lvl7pPr indent="-228600" lvl="6" marL="3200400" algn="l">
              <a:lnSpc>
                <a:spcPct val="100000"/>
              </a:lnSpc>
              <a:spcBef>
                <a:spcPts val="600"/>
              </a:spcBef>
              <a:spcAft>
                <a:spcPts val="0"/>
              </a:spcAft>
              <a:buSzPts val="1288"/>
              <a:buNone/>
              <a:defRPr sz="1400">
                <a:solidFill>
                  <a:srgbClr val="888888"/>
                </a:solidFill>
              </a:defRPr>
            </a:lvl7pPr>
            <a:lvl8pPr indent="-228600" lvl="7" marL="3657600" algn="l">
              <a:lnSpc>
                <a:spcPct val="100000"/>
              </a:lnSpc>
              <a:spcBef>
                <a:spcPts val="600"/>
              </a:spcBef>
              <a:spcAft>
                <a:spcPts val="0"/>
              </a:spcAft>
              <a:buSzPts val="1288"/>
              <a:buNone/>
              <a:defRPr sz="1400">
                <a:solidFill>
                  <a:srgbClr val="888888"/>
                </a:solidFill>
              </a:defRPr>
            </a:lvl8pPr>
            <a:lvl9pPr indent="-228600" lvl="8" marL="4114800" algn="l">
              <a:lnSpc>
                <a:spcPct val="100000"/>
              </a:lnSpc>
              <a:spcBef>
                <a:spcPts val="600"/>
              </a:spcBef>
              <a:spcAft>
                <a:spcPts val="600"/>
              </a:spcAft>
              <a:buSzPts val="1288"/>
              <a:buNone/>
              <a:defRPr sz="1400">
                <a:solidFill>
                  <a:srgbClr val="888888"/>
                </a:solidFill>
              </a:defRPr>
            </a:lvl9pPr>
          </a:lstStyle>
          <a:p/>
        </p:txBody>
      </p:sp>
      <p:sp>
        <p:nvSpPr>
          <p:cNvPr id="32" name="Google Shape;32;p4"/>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4"/>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4"/>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35" name="Shape 35"/>
        <p:cNvGrpSpPr/>
        <p:nvPr/>
      </p:nvGrpSpPr>
      <p:grpSpPr>
        <a:xfrm>
          <a:off x="0" y="0"/>
          <a:ext cx="0" cy="0"/>
          <a:chOff x="0" y="0"/>
          <a:chExt cx="0" cy="0"/>
        </a:xfrm>
      </p:grpSpPr>
      <p:sp>
        <p:nvSpPr>
          <p:cNvPr id="36" name="Google Shape;36;p5"/>
          <p:cNvSpPr/>
          <p:nvPr/>
        </p:nvSpPr>
        <p:spPr>
          <a:xfrm>
            <a:off x="445982" y="606554"/>
            <a:ext cx="11300036" cy="1258827"/>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5"/>
          <p:cNvSpPr txBox="1"/>
          <p:nvPr>
            <p:ph type="title"/>
          </p:nvPr>
        </p:nvSpPr>
        <p:spPr>
          <a:xfrm>
            <a:off x="581193" y="729658"/>
            <a:ext cx="11029616" cy="988332"/>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5"/>
          <p:cNvSpPr txBox="1"/>
          <p:nvPr>
            <p:ph idx="1" type="body"/>
          </p:nvPr>
        </p:nvSpPr>
        <p:spPr>
          <a:xfrm>
            <a:off x="581193" y="2228003"/>
            <a:ext cx="5422390" cy="3633047"/>
          </a:xfrm>
          <a:prstGeom prst="rect">
            <a:avLst/>
          </a:prstGeom>
          <a:noFill/>
          <a:ln>
            <a:noFill/>
          </a:ln>
        </p:spPr>
        <p:txBody>
          <a:bodyPr anchorCtr="0" anchor="ctr" bIns="45700" lIns="91425" spcFirstLastPara="1" rIns="91425" wrap="square" tIns="45700">
            <a:normAutofit/>
          </a:bodyPr>
          <a:lstStyle>
            <a:lvl1pPr indent="-333756" lvl="0" marL="457200" algn="l">
              <a:lnSpc>
                <a:spcPct val="100000"/>
              </a:lnSpc>
              <a:spcBef>
                <a:spcPts val="360"/>
              </a:spcBef>
              <a:spcAft>
                <a:spcPts val="0"/>
              </a:spcAft>
              <a:buSzPts val="1656"/>
              <a:buChar char="◼"/>
              <a:defRPr/>
            </a:lvl1pPr>
            <a:lvl2pPr indent="-333756" lvl="1" marL="914400" algn="l">
              <a:lnSpc>
                <a:spcPct val="100000"/>
              </a:lnSpc>
              <a:spcBef>
                <a:spcPts val="600"/>
              </a:spcBef>
              <a:spcAft>
                <a:spcPts val="0"/>
              </a:spcAft>
              <a:buSzPts val="1656"/>
              <a:buChar char="◼"/>
              <a:defRPr/>
            </a:lvl2pPr>
            <a:lvl3pPr indent="-333756" lvl="2" marL="1371600" algn="l">
              <a:lnSpc>
                <a:spcPct val="100000"/>
              </a:lnSpc>
              <a:spcBef>
                <a:spcPts val="600"/>
              </a:spcBef>
              <a:spcAft>
                <a:spcPts val="0"/>
              </a:spcAft>
              <a:buSzPts val="1656"/>
              <a:buChar char="◼"/>
              <a:defRPr/>
            </a:lvl3pPr>
            <a:lvl4pPr indent="-333756" lvl="3" marL="1828800" algn="l">
              <a:lnSpc>
                <a:spcPct val="100000"/>
              </a:lnSpc>
              <a:spcBef>
                <a:spcPts val="600"/>
              </a:spcBef>
              <a:spcAft>
                <a:spcPts val="0"/>
              </a:spcAft>
              <a:buSzPts val="1656"/>
              <a:buChar char="◼"/>
              <a:defRPr/>
            </a:lvl4pPr>
            <a:lvl5pPr indent="-333756" lvl="4" marL="2286000" algn="l">
              <a:lnSpc>
                <a:spcPct val="100000"/>
              </a:lnSpc>
              <a:spcBef>
                <a:spcPts val="600"/>
              </a:spcBef>
              <a:spcAft>
                <a:spcPts val="0"/>
              </a:spcAft>
              <a:buSzPts val="1656"/>
              <a:buChar char="◼"/>
              <a:defRPr/>
            </a:lvl5pPr>
            <a:lvl6pPr indent="-333756" lvl="5" marL="2743200" algn="l">
              <a:lnSpc>
                <a:spcPct val="100000"/>
              </a:lnSpc>
              <a:spcBef>
                <a:spcPts val="600"/>
              </a:spcBef>
              <a:spcAft>
                <a:spcPts val="0"/>
              </a:spcAft>
              <a:buSzPts val="1656"/>
              <a:buChar char="◼"/>
              <a:defRPr/>
            </a:lvl6pPr>
            <a:lvl7pPr indent="-333756" lvl="6" marL="3200400" algn="l">
              <a:lnSpc>
                <a:spcPct val="100000"/>
              </a:lnSpc>
              <a:spcBef>
                <a:spcPts val="600"/>
              </a:spcBef>
              <a:spcAft>
                <a:spcPts val="0"/>
              </a:spcAft>
              <a:buSzPts val="1656"/>
              <a:buChar char="◼"/>
              <a:defRPr/>
            </a:lvl7pPr>
            <a:lvl8pPr indent="-333756" lvl="7" marL="3657600" algn="l">
              <a:lnSpc>
                <a:spcPct val="100000"/>
              </a:lnSpc>
              <a:spcBef>
                <a:spcPts val="600"/>
              </a:spcBef>
              <a:spcAft>
                <a:spcPts val="0"/>
              </a:spcAft>
              <a:buSzPts val="1656"/>
              <a:buChar char="◼"/>
              <a:defRPr/>
            </a:lvl8pPr>
            <a:lvl9pPr indent="-333756" lvl="8" marL="4114800" algn="l">
              <a:lnSpc>
                <a:spcPct val="100000"/>
              </a:lnSpc>
              <a:spcBef>
                <a:spcPts val="600"/>
              </a:spcBef>
              <a:spcAft>
                <a:spcPts val="600"/>
              </a:spcAft>
              <a:buSzPts val="1656"/>
              <a:buChar char="◼"/>
              <a:defRPr/>
            </a:lvl9pPr>
          </a:lstStyle>
          <a:p/>
        </p:txBody>
      </p:sp>
      <p:sp>
        <p:nvSpPr>
          <p:cNvPr id="39" name="Google Shape;39;p5"/>
          <p:cNvSpPr txBox="1"/>
          <p:nvPr>
            <p:ph idx="2" type="body"/>
          </p:nvPr>
        </p:nvSpPr>
        <p:spPr>
          <a:xfrm>
            <a:off x="6188417" y="2228003"/>
            <a:ext cx="5422392" cy="3633047"/>
          </a:xfrm>
          <a:prstGeom prst="rect">
            <a:avLst/>
          </a:prstGeom>
          <a:noFill/>
          <a:ln>
            <a:noFill/>
          </a:ln>
        </p:spPr>
        <p:txBody>
          <a:bodyPr anchorCtr="0" anchor="ctr" bIns="45700" lIns="91425" spcFirstLastPara="1" rIns="91425" wrap="square" tIns="45700">
            <a:normAutofit/>
          </a:bodyPr>
          <a:lstStyle>
            <a:lvl1pPr indent="-333756" lvl="0" marL="457200" algn="l">
              <a:lnSpc>
                <a:spcPct val="100000"/>
              </a:lnSpc>
              <a:spcBef>
                <a:spcPts val="360"/>
              </a:spcBef>
              <a:spcAft>
                <a:spcPts val="0"/>
              </a:spcAft>
              <a:buSzPts val="1656"/>
              <a:buChar char="◼"/>
              <a:defRPr/>
            </a:lvl1pPr>
            <a:lvl2pPr indent="-333756" lvl="1" marL="914400" algn="l">
              <a:lnSpc>
                <a:spcPct val="100000"/>
              </a:lnSpc>
              <a:spcBef>
                <a:spcPts val="600"/>
              </a:spcBef>
              <a:spcAft>
                <a:spcPts val="0"/>
              </a:spcAft>
              <a:buSzPts val="1656"/>
              <a:buChar char="◼"/>
              <a:defRPr/>
            </a:lvl2pPr>
            <a:lvl3pPr indent="-333756" lvl="2" marL="1371600" algn="l">
              <a:lnSpc>
                <a:spcPct val="100000"/>
              </a:lnSpc>
              <a:spcBef>
                <a:spcPts val="600"/>
              </a:spcBef>
              <a:spcAft>
                <a:spcPts val="0"/>
              </a:spcAft>
              <a:buSzPts val="1656"/>
              <a:buChar char="◼"/>
              <a:defRPr/>
            </a:lvl3pPr>
            <a:lvl4pPr indent="-333756" lvl="3" marL="1828800" algn="l">
              <a:lnSpc>
                <a:spcPct val="100000"/>
              </a:lnSpc>
              <a:spcBef>
                <a:spcPts val="600"/>
              </a:spcBef>
              <a:spcAft>
                <a:spcPts val="0"/>
              </a:spcAft>
              <a:buSzPts val="1656"/>
              <a:buChar char="◼"/>
              <a:defRPr/>
            </a:lvl4pPr>
            <a:lvl5pPr indent="-333756" lvl="4" marL="2286000" algn="l">
              <a:lnSpc>
                <a:spcPct val="100000"/>
              </a:lnSpc>
              <a:spcBef>
                <a:spcPts val="600"/>
              </a:spcBef>
              <a:spcAft>
                <a:spcPts val="0"/>
              </a:spcAft>
              <a:buSzPts val="1656"/>
              <a:buChar char="◼"/>
              <a:defRPr/>
            </a:lvl5pPr>
            <a:lvl6pPr indent="-333756" lvl="5" marL="2743200" algn="l">
              <a:lnSpc>
                <a:spcPct val="100000"/>
              </a:lnSpc>
              <a:spcBef>
                <a:spcPts val="600"/>
              </a:spcBef>
              <a:spcAft>
                <a:spcPts val="0"/>
              </a:spcAft>
              <a:buSzPts val="1656"/>
              <a:buChar char="◼"/>
              <a:defRPr/>
            </a:lvl6pPr>
            <a:lvl7pPr indent="-333756" lvl="6" marL="3200400" algn="l">
              <a:lnSpc>
                <a:spcPct val="100000"/>
              </a:lnSpc>
              <a:spcBef>
                <a:spcPts val="600"/>
              </a:spcBef>
              <a:spcAft>
                <a:spcPts val="0"/>
              </a:spcAft>
              <a:buSzPts val="1656"/>
              <a:buChar char="◼"/>
              <a:defRPr/>
            </a:lvl7pPr>
            <a:lvl8pPr indent="-333756" lvl="7" marL="3657600" algn="l">
              <a:lnSpc>
                <a:spcPct val="100000"/>
              </a:lnSpc>
              <a:spcBef>
                <a:spcPts val="600"/>
              </a:spcBef>
              <a:spcAft>
                <a:spcPts val="0"/>
              </a:spcAft>
              <a:buSzPts val="1656"/>
              <a:buChar char="◼"/>
              <a:defRPr/>
            </a:lvl8pPr>
            <a:lvl9pPr indent="-333756" lvl="8" marL="4114800" algn="l">
              <a:lnSpc>
                <a:spcPct val="100000"/>
              </a:lnSpc>
              <a:spcBef>
                <a:spcPts val="600"/>
              </a:spcBef>
              <a:spcAft>
                <a:spcPts val="600"/>
              </a:spcAft>
              <a:buSzPts val="1656"/>
              <a:buChar char="◼"/>
              <a:defRPr/>
            </a:lvl9pPr>
          </a:lstStyle>
          <a:p/>
        </p:txBody>
      </p:sp>
      <p:sp>
        <p:nvSpPr>
          <p:cNvPr id="40" name="Google Shape;40;p5"/>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5"/>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5"/>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43" name="Shape 43"/>
        <p:cNvGrpSpPr/>
        <p:nvPr/>
      </p:nvGrpSpPr>
      <p:grpSpPr>
        <a:xfrm>
          <a:off x="0" y="0"/>
          <a:ext cx="0" cy="0"/>
          <a:chOff x="0" y="0"/>
          <a:chExt cx="0" cy="0"/>
        </a:xfrm>
      </p:grpSpPr>
      <p:sp>
        <p:nvSpPr>
          <p:cNvPr id="44" name="Google Shape;44;p6"/>
          <p:cNvSpPr/>
          <p:nvPr/>
        </p:nvSpPr>
        <p:spPr>
          <a:xfrm>
            <a:off x="445982" y="606554"/>
            <a:ext cx="11300036" cy="1258827"/>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6"/>
          <p:cNvSpPr txBox="1"/>
          <p:nvPr>
            <p:ph type="title"/>
          </p:nvPr>
        </p:nvSpPr>
        <p:spPr>
          <a:xfrm>
            <a:off x="581193" y="729658"/>
            <a:ext cx="11029616" cy="988332"/>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6"/>
          <p:cNvSpPr txBox="1"/>
          <p:nvPr>
            <p:ph idx="1" type="body"/>
          </p:nvPr>
        </p:nvSpPr>
        <p:spPr>
          <a:xfrm>
            <a:off x="887219" y="2250892"/>
            <a:ext cx="5087075" cy="536005"/>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40"/>
              </a:spcBef>
              <a:spcAft>
                <a:spcPts val="0"/>
              </a:spcAft>
              <a:buSzPts val="2024"/>
              <a:buNone/>
              <a:defRPr b="0" sz="2200">
                <a:solidFill>
                  <a:schemeClr val="accent2"/>
                </a:solidFill>
              </a:defRPr>
            </a:lvl1pPr>
            <a:lvl2pPr indent="-228600" lvl="1" marL="914400" algn="l">
              <a:lnSpc>
                <a:spcPct val="100000"/>
              </a:lnSpc>
              <a:spcBef>
                <a:spcPts val="600"/>
              </a:spcBef>
              <a:spcAft>
                <a:spcPts val="0"/>
              </a:spcAft>
              <a:buSzPts val="1840"/>
              <a:buNone/>
              <a:defRPr b="1" sz="2000"/>
            </a:lvl2pPr>
            <a:lvl3pPr indent="-228600" lvl="2" marL="1371600" algn="l">
              <a:lnSpc>
                <a:spcPct val="100000"/>
              </a:lnSpc>
              <a:spcBef>
                <a:spcPts val="600"/>
              </a:spcBef>
              <a:spcAft>
                <a:spcPts val="0"/>
              </a:spcAft>
              <a:buSzPts val="1656"/>
              <a:buNone/>
              <a:defRPr b="1" sz="1800"/>
            </a:lvl3pPr>
            <a:lvl4pPr indent="-228600" lvl="3" marL="1828800" algn="l">
              <a:lnSpc>
                <a:spcPct val="100000"/>
              </a:lnSpc>
              <a:spcBef>
                <a:spcPts val="600"/>
              </a:spcBef>
              <a:spcAft>
                <a:spcPts val="0"/>
              </a:spcAft>
              <a:buSzPts val="1472"/>
              <a:buNone/>
              <a:defRPr b="1" sz="1600"/>
            </a:lvl4pPr>
            <a:lvl5pPr indent="-228600" lvl="4" marL="2286000" algn="l">
              <a:lnSpc>
                <a:spcPct val="100000"/>
              </a:lnSpc>
              <a:spcBef>
                <a:spcPts val="600"/>
              </a:spcBef>
              <a:spcAft>
                <a:spcPts val="0"/>
              </a:spcAft>
              <a:buSzPts val="1472"/>
              <a:buNone/>
              <a:defRPr b="1" sz="1600"/>
            </a:lvl5pPr>
            <a:lvl6pPr indent="-228600" lvl="5" marL="2743200" algn="l">
              <a:lnSpc>
                <a:spcPct val="100000"/>
              </a:lnSpc>
              <a:spcBef>
                <a:spcPts val="600"/>
              </a:spcBef>
              <a:spcAft>
                <a:spcPts val="0"/>
              </a:spcAft>
              <a:buSzPts val="1472"/>
              <a:buNone/>
              <a:defRPr b="1" sz="1600"/>
            </a:lvl6pPr>
            <a:lvl7pPr indent="-228600" lvl="6" marL="3200400" algn="l">
              <a:lnSpc>
                <a:spcPct val="100000"/>
              </a:lnSpc>
              <a:spcBef>
                <a:spcPts val="600"/>
              </a:spcBef>
              <a:spcAft>
                <a:spcPts val="0"/>
              </a:spcAft>
              <a:buSzPts val="1472"/>
              <a:buNone/>
              <a:defRPr b="1" sz="1600"/>
            </a:lvl7pPr>
            <a:lvl8pPr indent="-228600" lvl="7" marL="3657600" algn="l">
              <a:lnSpc>
                <a:spcPct val="100000"/>
              </a:lnSpc>
              <a:spcBef>
                <a:spcPts val="600"/>
              </a:spcBef>
              <a:spcAft>
                <a:spcPts val="0"/>
              </a:spcAft>
              <a:buSzPts val="1472"/>
              <a:buNone/>
              <a:defRPr b="1" sz="1600"/>
            </a:lvl8pPr>
            <a:lvl9pPr indent="-228600" lvl="8" marL="4114800" algn="l">
              <a:lnSpc>
                <a:spcPct val="100000"/>
              </a:lnSpc>
              <a:spcBef>
                <a:spcPts val="600"/>
              </a:spcBef>
              <a:spcAft>
                <a:spcPts val="600"/>
              </a:spcAft>
              <a:buSzPts val="1472"/>
              <a:buNone/>
              <a:defRPr b="1" sz="1600"/>
            </a:lvl9pPr>
          </a:lstStyle>
          <a:p/>
        </p:txBody>
      </p:sp>
      <p:sp>
        <p:nvSpPr>
          <p:cNvPr id="47" name="Google Shape;47;p6"/>
          <p:cNvSpPr txBox="1"/>
          <p:nvPr>
            <p:ph idx="2" type="body"/>
          </p:nvPr>
        </p:nvSpPr>
        <p:spPr>
          <a:xfrm>
            <a:off x="581194" y="2926052"/>
            <a:ext cx="5393100" cy="2934999"/>
          </a:xfrm>
          <a:prstGeom prst="rect">
            <a:avLst/>
          </a:prstGeom>
          <a:noFill/>
          <a:ln>
            <a:noFill/>
          </a:ln>
        </p:spPr>
        <p:txBody>
          <a:bodyPr anchorCtr="0" anchor="t" bIns="45700" lIns="91425" spcFirstLastPara="1" rIns="91425" wrap="square" tIns="45700">
            <a:normAutofit/>
          </a:bodyPr>
          <a:lstStyle>
            <a:lvl1pPr indent="-333756" lvl="0" marL="457200" algn="l">
              <a:lnSpc>
                <a:spcPct val="100000"/>
              </a:lnSpc>
              <a:spcBef>
                <a:spcPts val="360"/>
              </a:spcBef>
              <a:spcAft>
                <a:spcPts val="0"/>
              </a:spcAft>
              <a:buSzPts val="1656"/>
              <a:buChar char="◼"/>
              <a:defRPr/>
            </a:lvl1pPr>
            <a:lvl2pPr indent="-333756" lvl="1" marL="914400" algn="l">
              <a:lnSpc>
                <a:spcPct val="100000"/>
              </a:lnSpc>
              <a:spcBef>
                <a:spcPts val="600"/>
              </a:spcBef>
              <a:spcAft>
                <a:spcPts val="0"/>
              </a:spcAft>
              <a:buSzPts val="1656"/>
              <a:buChar char="◼"/>
              <a:defRPr/>
            </a:lvl2pPr>
            <a:lvl3pPr indent="-333756" lvl="2" marL="1371600" algn="l">
              <a:lnSpc>
                <a:spcPct val="100000"/>
              </a:lnSpc>
              <a:spcBef>
                <a:spcPts val="600"/>
              </a:spcBef>
              <a:spcAft>
                <a:spcPts val="0"/>
              </a:spcAft>
              <a:buSzPts val="1656"/>
              <a:buChar char="◼"/>
              <a:defRPr/>
            </a:lvl3pPr>
            <a:lvl4pPr indent="-333756" lvl="3" marL="1828800" algn="l">
              <a:lnSpc>
                <a:spcPct val="100000"/>
              </a:lnSpc>
              <a:spcBef>
                <a:spcPts val="600"/>
              </a:spcBef>
              <a:spcAft>
                <a:spcPts val="0"/>
              </a:spcAft>
              <a:buSzPts val="1656"/>
              <a:buChar char="◼"/>
              <a:defRPr/>
            </a:lvl4pPr>
            <a:lvl5pPr indent="-333756" lvl="4" marL="2286000" algn="l">
              <a:lnSpc>
                <a:spcPct val="100000"/>
              </a:lnSpc>
              <a:spcBef>
                <a:spcPts val="600"/>
              </a:spcBef>
              <a:spcAft>
                <a:spcPts val="0"/>
              </a:spcAft>
              <a:buSzPts val="1656"/>
              <a:buChar char="◼"/>
              <a:defRPr/>
            </a:lvl5pPr>
            <a:lvl6pPr indent="-333756" lvl="5" marL="2743200" algn="l">
              <a:lnSpc>
                <a:spcPct val="100000"/>
              </a:lnSpc>
              <a:spcBef>
                <a:spcPts val="600"/>
              </a:spcBef>
              <a:spcAft>
                <a:spcPts val="0"/>
              </a:spcAft>
              <a:buSzPts val="1656"/>
              <a:buChar char="◼"/>
              <a:defRPr/>
            </a:lvl6pPr>
            <a:lvl7pPr indent="-333756" lvl="6" marL="3200400" algn="l">
              <a:lnSpc>
                <a:spcPct val="100000"/>
              </a:lnSpc>
              <a:spcBef>
                <a:spcPts val="600"/>
              </a:spcBef>
              <a:spcAft>
                <a:spcPts val="0"/>
              </a:spcAft>
              <a:buSzPts val="1656"/>
              <a:buChar char="◼"/>
              <a:defRPr/>
            </a:lvl7pPr>
            <a:lvl8pPr indent="-333756" lvl="7" marL="3657600" algn="l">
              <a:lnSpc>
                <a:spcPct val="100000"/>
              </a:lnSpc>
              <a:spcBef>
                <a:spcPts val="600"/>
              </a:spcBef>
              <a:spcAft>
                <a:spcPts val="0"/>
              </a:spcAft>
              <a:buSzPts val="1656"/>
              <a:buChar char="◼"/>
              <a:defRPr/>
            </a:lvl8pPr>
            <a:lvl9pPr indent="-333756" lvl="8" marL="4114800" algn="l">
              <a:lnSpc>
                <a:spcPct val="100000"/>
              </a:lnSpc>
              <a:spcBef>
                <a:spcPts val="600"/>
              </a:spcBef>
              <a:spcAft>
                <a:spcPts val="600"/>
              </a:spcAft>
              <a:buSzPts val="1656"/>
              <a:buChar char="◼"/>
              <a:defRPr/>
            </a:lvl9pPr>
          </a:lstStyle>
          <a:p/>
        </p:txBody>
      </p:sp>
      <p:sp>
        <p:nvSpPr>
          <p:cNvPr id="48" name="Google Shape;48;p6"/>
          <p:cNvSpPr txBox="1"/>
          <p:nvPr>
            <p:ph idx="3" type="body"/>
          </p:nvPr>
        </p:nvSpPr>
        <p:spPr>
          <a:xfrm>
            <a:off x="6523735" y="2250892"/>
            <a:ext cx="5087073" cy="553373"/>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40"/>
              </a:spcBef>
              <a:spcAft>
                <a:spcPts val="0"/>
              </a:spcAft>
              <a:buSzPts val="2024"/>
              <a:buNone/>
              <a:defRPr b="0" sz="2200">
                <a:solidFill>
                  <a:schemeClr val="accent2"/>
                </a:solidFill>
              </a:defRPr>
            </a:lvl1pPr>
            <a:lvl2pPr indent="-228600" lvl="1" marL="914400" algn="l">
              <a:lnSpc>
                <a:spcPct val="100000"/>
              </a:lnSpc>
              <a:spcBef>
                <a:spcPts val="600"/>
              </a:spcBef>
              <a:spcAft>
                <a:spcPts val="0"/>
              </a:spcAft>
              <a:buSzPts val="1840"/>
              <a:buNone/>
              <a:defRPr b="1" sz="2000"/>
            </a:lvl2pPr>
            <a:lvl3pPr indent="-228600" lvl="2" marL="1371600" algn="l">
              <a:lnSpc>
                <a:spcPct val="100000"/>
              </a:lnSpc>
              <a:spcBef>
                <a:spcPts val="600"/>
              </a:spcBef>
              <a:spcAft>
                <a:spcPts val="0"/>
              </a:spcAft>
              <a:buSzPts val="1656"/>
              <a:buNone/>
              <a:defRPr b="1" sz="1800"/>
            </a:lvl3pPr>
            <a:lvl4pPr indent="-228600" lvl="3" marL="1828800" algn="l">
              <a:lnSpc>
                <a:spcPct val="100000"/>
              </a:lnSpc>
              <a:spcBef>
                <a:spcPts val="600"/>
              </a:spcBef>
              <a:spcAft>
                <a:spcPts val="0"/>
              </a:spcAft>
              <a:buSzPts val="1472"/>
              <a:buNone/>
              <a:defRPr b="1" sz="1600"/>
            </a:lvl4pPr>
            <a:lvl5pPr indent="-228600" lvl="4" marL="2286000" algn="l">
              <a:lnSpc>
                <a:spcPct val="100000"/>
              </a:lnSpc>
              <a:spcBef>
                <a:spcPts val="600"/>
              </a:spcBef>
              <a:spcAft>
                <a:spcPts val="0"/>
              </a:spcAft>
              <a:buSzPts val="1472"/>
              <a:buNone/>
              <a:defRPr b="1" sz="1600"/>
            </a:lvl5pPr>
            <a:lvl6pPr indent="-228600" lvl="5" marL="2743200" algn="l">
              <a:lnSpc>
                <a:spcPct val="100000"/>
              </a:lnSpc>
              <a:spcBef>
                <a:spcPts val="600"/>
              </a:spcBef>
              <a:spcAft>
                <a:spcPts val="0"/>
              </a:spcAft>
              <a:buSzPts val="1472"/>
              <a:buNone/>
              <a:defRPr b="1" sz="1600"/>
            </a:lvl6pPr>
            <a:lvl7pPr indent="-228600" lvl="6" marL="3200400" algn="l">
              <a:lnSpc>
                <a:spcPct val="100000"/>
              </a:lnSpc>
              <a:spcBef>
                <a:spcPts val="600"/>
              </a:spcBef>
              <a:spcAft>
                <a:spcPts val="0"/>
              </a:spcAft>
              <a:buSzPts val="1472"/>
              <a:buNone/>
              <a:defRPr b="1" sz="1600"/>
            </a:lvl7pPr>
            <a:lvl8pPr indent="-228600" lvl="7" marL="3657600" algn="l">
              <a:lnSpc>
                <a:spcPct val="100000"/>
              </a:lnSpc>
              <a:spcBef>
                <a:spcPts val="600"/>
              </a:spcBef>
              <a:spcAft>
                <a:spcPts val="0"/>
              </a:spcAft>
              <a:buSzPts val="1472"/>
              <a:buNone/>
              <a:defRPr b="1" sz="1600"/>
            </a:lvl8pPr>
            <a:lvl9pPr indent="-228600" lvl="8" marL="4114800" algn="l">
              <a:lnSpc>
                <a:spcPct val="100000"/>
              </a:lnSpc>
              <a:spcBef>
                <a:spcPts val="600"/>
              </a:spcBef>
              <a:spcAft>
                <a:spcPts val="600"/>
              </a:spcAft>
              <a:buSzPts val="1472"/>
              <a:buNone/>
              <a:defRPr b="1" sz="1600"/>
            </a:lvl9pPr>
          </a:lstStyle>
          <a:p/>
        </p:txBody>
      </p:sp>
      <p:sp>
        <p:nvSpPr>
          <p:cNvPr id="49" name="Google Shape;49;p6"/>
          <p:cNvSpPr txBox="1"/>
          <p:nvPr>
            <p:ph idx="4" type="body"/>
          </p:nvPr>
        </p:nvSpPr>
        <p:spPr>
          <a:xfrm>
            <a:off x="6217709" y="2926052"/>
            <a:ext cx="5393100" cy="2934999"/>
          </a:xfrm>
          <a:prstGeom prst="rect">
            <a:avLst/>
          </a:prstGeom>
          <a:noFill/>
          <a:ln>
            <a:noFill/>
          </a:ln>
        </p:spPr>
        <p:txBody>
          <a:bodyPr anchorCtr="0" anchor="t" bIns="45700" lIns="91425" spcFirstLastPara="1" rIns="91425" wrap="square" tIns="45700">
            <a:normAutofit/>
          </a:bodyPr>
          <a:lstStyle>
            <a:lvl1pPr indent="-333756" lvl="0" marL="457200" algn="l">
              <a:lnSpc>
                <a:spcPct val="100000"/>
              </a:lnSpc>
              <a:spcBef>
                <a:spcPts val="360"/>
              </a:spcBef>
              <a:spcAft>
                <a:spcPts val="0"/>
              </a:spcAft>
              <a:buSzPts val="1656"/>
              <a:buChar char="◼"/>
              <a:defRPr/>
            </a:lvl1pPr>
            <a:lvl2pPr indent="-333756" lvl="1" marL="914400" algn="l">
              <a:lnSpc>
                <a:spcPct val="100000"/>
              </a:lnSpc>
              <a:spcBef>
                <a:spcPts val="600"/>
              </a:spcBef>
              <a:spcAft>
                <a:spcPts val="0"/>
              </a:spcAft>
              <a:buSzPts val="1656"/>
              <a:buChar char="◼"/>
              <a:defRPr/>
            </a:lvl2pPr>
            <a:lvl3pPr indent="-333756" lvl="2" marL="1371600" algn="l">
              <a:lnSpc>
                <a:spcPct val="100000"/>
              </a:lnSpc>
              <a:spcBef>
                <a:spcPts val="600"/>
              </a:spcBef>
              <a:spcAft>
                <a:spcPts val="0"/>
              </a:spcAft>
              <a:buSzPts val="1656"/>
              <a:buChar char="◼"/>
              <a:defRPr/>
            </a:lvl3pPr>
            <a:lvl4pPr indent="-333756" lvl="3" marL="1828800" algn="l">
              <a:lnSpc>
                <a:spcPct val="100000"/>
              </a:lnSpc>
              <a:spcBef>
                <a:spcPts val="600"/>
              </a:spcBef>
              <a:spcAft>
                <a:spcPts val="0"/>
              </a:spcAft>
              <a:buSzPts val="1656"/>
              <a:buChar char="◼"/>
              <a:defRPr/>
            </a:lvl4pPr>
            <a:lvl5pPr indent="-333756" lvl="4" marL="2286000" algn="l">
              <a:lnSpc>
                <a:spcPct val="100000"/>
              </a:lnSpc>
              <a:spcBef>
                <a:spcPts val="600"/>
              </a:spcBef>
              <a:spcAft>
                <a:spcPts val="0"/>
              </a:spcAft>
              <a:buSzPts val="1656"/>
              <a:buChar char="◼"/>
              <a:defRPr/>
            </a:lvl5pPr>
            <a:lvl6pPr indent="-333756" lvl="5" marL="2743200" algn="l">
              <a:lnSpc>
                <a:spcPct val="100000"/>
              </a:lnSpc>
              <a:spcBef>
                <a:spcPts val="600"/>
              </a:spcBef>
              <a:spcAft>
                <a:spcPts val="0"/>
              </a:spcAft>
              <a:buSzPts val="1656"/>
              <a:buChar char="◼"/>
              <a:defRPr/>
            </a:lvl6pPr>
            <a:lvl7pPr indent="-333756" lvl="6" marL="3200400" algn="l">
              <a:lnSpc>
                <a:spcPct val="100000"/>
              </a:lnSpc>
              <a:spcBef>
                <a:spcPts val="600"/>
              </a:spcBef>
              <a:spcAft>
                <a:spcPts val="0"/>
              </a:spcAft>
              <a:buSzPts val="1656"/>
              <a:buChar char="◼"/>
              <a:defRPr/>
            </a:lvl7pPr>
            <a:lvl8pPr indent="-333756" lvl="7" marL="3657600" algn="l">
              <a:lnSpc>
                <a:spcPct val="100000"/>
              </a:lnSpc>
              <a:spcBef>
                <a:spcPts val="600"/>
              </a:spcBef>
              <a:spcAft>
                <a:spcPts val="0"/>
              </a:spcAft>
              <a:buSzPts val="1656"/>
              <a:buChar char="◼"/>
              <a:defRPr/>
            </a:lvl8pPr>
            <a:lvl9pPr indent="-333756" lvl="8" marL="4114800" algn="l">
              <a:lnSpc>
                <a:spcPct val="100000"/>
              </a:lnSpc>
              <a:spcBef>
                <a:spcPts val="600"/>
              </a:spcBef>
              <a:spcAft>
                <a:spcPts val="600"/>
              </a:spcAft>
              <a:buSzPts val="1656"/>
              <a:buChar char="◼"/>
              <a:defRPr/>
            </a:lvl9pPr>
          </a:lstStyle>
          <a:p/>
        </p:txBody>
      </p:sp>
      <p:sp>
        <p:nvSpPr>
          <p:cNvPr id="50" name="Google Shape;50;p6"/>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6"/>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6"/>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53" name="Shape 53"/>
        <p:cNvGrpSpPr/>
        <p:nvPr/>
      </p:nvGrpSpPr>
      <p:grpSpPr>
        <a:xfrm>
          <a:off x="0" y="0"/>
          <a:ext cx="0" cy="0"/>
          <a:chOff x="0" y="0"/>
          <a:chExt cx="0" cy="0"/>
        </a:xfrm>
      </p:grpSpPr>
      <p:sp>
        <p:nvSpPr>
          <p:cNvPr id="54" name="Google Shape;54;p7"/>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7"/>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7"/>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ES"/>
              <a:t>‹#›</a:t>
            </a:fld>
            <a:endParaRPr/>
          </a:p>
        </p:txBody>
      </p:sp>
      <p:sp>
        <p:nvSpPr>
          <p:cNvPr id="57" name="Google Shape;57;p7"/>
          <p:cNvSpPr/>
          <p:nvPr/>
        </p:nvSpPr>
        <p:spPr>
          <a:xfrm>
            <a:off x="440683" y="606554"/>
            <a:ext cx="11300036" cy="1258827"/>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7"/>
          <p:cNvSpPr txBox="1"/>
          <p:nvPr>
            <p:ph type="title"/>
          </p:nvPr>
        </p:nvSpPr>
        <p:spPr>
          <a:xfrm>
            <a:off x="575894" y="729658"/>
            <a:ext cx="11029616" cy="988332"/>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9" name="Shape 59"/>
        <p:cNvGrpSpPr/>
        <p:nvPr/>
      </p:nvGrpSpPr>
      <p:grpSpPr>
        <a:xfrm>
          <a:off x="0" y="0"/>
          <a:ext cx="0" cy="0"/>
          <a:chOff x="0" y="0"/>
          <a:chExt cx="0" cy="0"/>
        </a:xfrm>
      </p:grpSpPr>
      <p:sp>
        <p:nvSpPr>
          <p:cNvPr id="60" name="Google Shape;60;p8"/>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8"/>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8"/>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63" name="Shape 63"/>
        <p:cNvGrpSpPr/>
        <p:nvPr/>
      </p:nvGrpSpPr>
      <p:grpSpPr>
        <a:xfrm>
          <a:off x="0" y="0"/>
          <a:ext cx="0" cy="0"/>
          <a:chOff x="0" y="0"/>
          <a:chExt cx="0" cy="0"/>
        </a:xfrm>
      </p:grpSpPr>
      <p:sp>
        <p:nvSpPr>
          <p:cNvPr id="64" name="Google Shape;64;p9"/>
          <p:cNvSpPr/>
          <p:nvPr/>
        </p:nvSpPr>
        <p:spPr>
          <a:xfrm>
            <a:off x="447817" y="5141973"/>
            <a:ext cx="11298200" cy="1274702"/>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9"/>
          <p:cNvSpPr txBox="1"/>
          <p:nvPr>
            <p:ph type="title"/>
          </p:nvPr>
        </p:nvSpPr>
        <p:spPr>
          <a:xfrm>
            <a:off x="581192" y="5262296"/>
            <a:ext cx="4909445" cy="68951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rgbClr val="2D58AC"/>
              </a:buClr>
              <a:buSzPts val="2000"/>
              <a:buFont typeface="Gill Sans"/>
              <a:buNone/>
              <a:defRPr b="0" sz="2000">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9"/>
          <p:cNvSpPr txBox="1"/>
          <p:nvPr>
            <p:ph idx="1" type="body"/>
          </p:nvPr>
        </p:nvSpPr>
        <p:spPr>
          <a:xfrm>
            <a:off x="447816" y="601200"/>
            <a:ext cx="11292840" cy="4204800"/>
          </a:xfrm>
          <a:prstGeom prst="rect">
            <a:avLst/>
          </a:prstGeom>
          <a:noFill/>
          <a:ln>
            <a:noFill/>
          </a:ln>
        </p:spPr>
        <p:txBody>
          <a:bodyPr anchorCtr="0" anchor="ctr" bIns="45700" lIns="91425" spcFirstLastPara="1" rIns="91425" wrap="square" tIns="45700">
            <a:normAutofit/>
          </a:bodyPr>
          <a:lstStyle>
            <a:lvl1pPr indent="-345440" lvl="0" marL="457200" algn="l">
              <a:lnSpc>
                <a:spcPct val="100000"/>
              </a:lnSpc>
              <a:spcBef>
                <a:spcPts val="400"/>
              </a:spcBef>
              <a:spcAft>
                <a:spcPts val="0"/>
              </a:spcAft>
              <a:buSzPts val="1840"/>
              <a:buChar char="◼"/>
              <a:defRPr sz="2000">
                <a:solidFill>
                  <a:schemeClr val="dk2"/>
                </a:solidFill>
              </a:defRPr>
            </a:lvl1pPr>
            <a:lvl2pPr indent="-333756" lvl="1" marL="914400" algn="l">
              <a:lnSpc>
                <a:spcPct val="100000"/>
              </a:lnSpc>
              <a:spcBef>
                <a:spcPts val="600"/>
              </a:spcBef>
              <a:spcAft>
                <a:spcPts val="0"/>
              </a:spcAft>
              <a:buSzPts val="1656"/>
              <a:buChar char="◼"/>
              <a:defRPr sz="1800">
                <a:solidFill>
                  <a:schemeClr val="dk2"/>
                </a:solidFill>
              </a:defRPr>
            </a:lvl2pPr>
            <a:lvl3pPr indent="-322072" lvl="2" marL="1371600" algn="l">
              <a:lnSpc>
                <a:spcPct val="100000"/>
              </a:lnSpc>
              <a:spcBef>
                <a:spcPts val="600"/>
              </a:spcBef>
              <a:spcAft>
                <a:spcPts val="0"/>
              </a:spcAft>
              <a:buSzPts val="1472"/>
              <a:buChar char="◼"/>
              <a:defRPr sz="1600">
                <a:solidFill>
                  <a:schemeClr val="dk2"/>
                </a:solidFill>
              </a:defRPr>
            </a:lvl3pPr>
            <a:lvl4pPr indent="-310388" lvl="3" marL="1828800" algn="l">
              <a:lnSpc>
                <a:spcPct val="100000"/>
              </a:lnSpc>
              <a:spcBef>
                <a:spcPts val="600"/>
              </a:spcBef>
              <a:spcAft>
                <a:spcPts val="0"/>
              </a:spcAft>
              <a:buSzPts val="1288"/>
              <a:buChar char="◼"/>
              <a:defRPr sz="1400">
                <a:solidFill>
                  <a:schemeClr val="dk2"/>
                </a:solidFill>
              </a:defRPr>
            </a:lvl4pPr>
            <a:lvl5pPr indent="-310388" lvl="4" marL="2286000" algn="l">
              <a:lnSpc>
                <a:spcPct val="100000"/>
              </a:lnSpc>
              <a:spcBef>
                <a:spcPts val="600"/>
              </a:spcBef>
              <a:spcAft>
                <a:spcPts val="0"/>
              </a:spcAft>
              <a:buSzPts val="1288"/>
              <a:buChar char="◼"/>
              <a:defRPr sz="1400">
                <a:solidFill>
                  <a:schemeClr val="dk2"/>
                </a:solidFill>
              </a:defRPr>
            </a:lvl5pPr>
            <a:lvl6pPr indent="-310388" lvl="5" marL="2743200" algn="l">
              <a:lnSpc>
                <a:spcPct val="100000"/>
              </a:lnSpc>
              <a:spcBef>
                <a:spcPts val="600"/>
              </a:spcBef>
              <a:spcAft>
                <a:spcPts val="0"/>
              </a:spcAft>
              <a:buSzPts val="1288"/>
              <a:buChar char="◼"/>
              <a:defRPr sz="1400">
                <a:solidFill>
                  <a:schemeClr val="dk2"/>
                </a:solidFill>
              </a:defRPr>
            </a:lvl6pPr>
            <a:lvl7pPr indent="-310388" lvl="6" marL="3200400" algn="l">
              <a:lnSpc>
                <a:spcPct val="100000"/>
              </a:lnSpc>
              <a:spcBef>
                <a:spcPts val="600"/>
              </a:spcBef>
              <a:spcAft>
                <a:spcPts val="0"/>
              </a:spcAft>
              <a:buSzPts val="1288"/>
              <a:buChar char="◼"/>
              <a:defRPr sz="1400">
                <a:solidFill>
                  <a:schemeClr val="dk2"/>
                </a:solidFill>
              </a:defRPr>
            </a:lvl7pPr>
            <a:lvl8pPr indent="-310388" lvl="7" marL="3657600" algn="l">
              <a:lnSpc>
                <a:spcPct val="100000"/>
              </a:lnSpc>
              <a:spcBef>
                <a:spcPts val="600"/>
              </a:spcBef>
              <a:spcAft>
                <a:spcPts val="0"/>
              </a:spcAft>
              <a:buSzPts val="1288"/>
              <a:buChar char="◼"/>
              <a:defRPr sz="1400">
                <a:solidFill>
                  <a:schemeClr val="dk2"/>
                </a:solidFill>
              </a:defRPr>
            </a:lvl8pPr>
            <a:lvl9pPr indent="-310388" lvl="8" marL="4114800" algn="l">
              <a:lnSpc>
                <a:spcPct val="100000"/>
              </a:lnSpc>
              <a:spcBef>
                <a:spcPts val="600"/>
              </a:spcBef>
              <a:spcAft>
                <a:spcPts val="600"/>
              </a:spcAft>
              <a:buSzPts val="1288"/>
              <a:buChar char="◼"/>
              <a:defRPr sz="1400">
                <a:solidFill>
                  <a:schemeClr val="dk2"/>
                </a:solidFill>
              </a:defRPr>
            </a:lvl9pPr>
          </a:lstStyle>
          <a:p/>
        </p:txBody>
      </p:sp>
      <p:sp>
        <p:nvSpPr>
          <p:cNvPr id="67" name="Google Shape;67;p9"/>
          <p:cNvSpPr txBox="1"/>
          <p:nvPr>
            <p:ph idx="2" type="body"/>
          </p:nvPr>
        </p:nvSpPr>
        <p:spPr>
          <a:xfrm>
            <a:off x="5740823" y="5262296"/>
            <a:ext cx="5869987" cy="689515"/>
          </a:xfrm>
          <a:prstGeom prst="rect">
            <a:avLst/>
          </a:prstGeom>
          <a:noFill/>
          <a:ln>
            <a:noFill/>
          </a:ln>
        </p:spPr>
        <p:txBody>
          <a:bodyPr anchorCtr="0" anchor="ctr" bIns="45700" lIns="91425" spcFirstLastPara="1" rIns="91425" wrap="square" tIns="45700">
            <a:normAutofit/>
          </a:bodyPr>
          <a:lstStyle>
            <a:lvl1pPr indent="-228600" lvl="0" marL="457200" algn="r">
              <a:lnSpc>
                <a:spcPct val="100000"/>
              </a:lnSpc>
              <a:spcBef>
                <a:spcPts val="220"/>
              </a:spcBef>
              <a:spcAft>
                <a:spcPts val="0"/>
              </a:spcAft>
              <a:buSzPts val="1012"/>
              <a:buNone/>
              <a:defRPr sz="1100">
                <a:solidFill>
                  <a:schemeClr val="lt1"/>
                </a:solidFill>
              </a:defRPr>
            </a:lvl1pPr>
            <a:lvl2pPr indent="-228600" lvl="1" marL="914400" algn="l">
              <a:lnSpc>
                <a:spcPct val="100000"/>
              </a:lnSpc>
              <a:spcBef>
                <a:spcPts val="600"/>
              </a:spcBef>
              <a:spcAft>
                <a:spcPts val="0"/>
              </a:spcAft>
              <a:buSzPts val="1012"/>
              <a:buNone/>
              <a:defRPr sz="1100"/>
            </a:lvl2pPr>
            <a:lvl3pPr indent="-228600" lvl="2" marL="1371600" algn="l">
              <a:lnSpc>
                <a:spcPct val="100000"/>
              </a:lnSpc>
              <a:spcBef>
                <a:spcPts val="600"/>
              </a:spcBef>
              <a:spcAft>
                <a:spcPts val="0"/>
              </a:spcAft>
              <a:buSzPts val="920"/>
              <a:buNone/>
              <a:defRPr sz="1000"/>
            </a:lvl3pPr>
            <a:lvl4pPr indent="-228600" lvl="3" marL="1828800" algn="l">
              <a:lnSpc>
                <a:spcPct val="100000"/>
              </a:lnSpc>
              <a:spcBef>
                <a:spcPts val="600"/>
              </a:spcBef>
              <a:spcAft>
                <a:spcPts val="0"/>
              </a:spcAft>
              <a:buSzPts val="828"/>
              <a:buNone/>
              <a:defRPr sz="900"/>
            </a:lvl4pPr>
            <a:lvl5pPr indent="-228600" lvl="4" marL="2286000" algn="l">
              <a:lnSpc>
                <a:spcPct val="100000"/>
              </a:lnSpc>
              <a:spcBef>
                <a:spcPts val="600"/>
              </a:spcBef>
              <a:spcAft>
                <a:spcPts val="0"/>
              </a:spcAft>
              <a:buSzPts val="828"/>
              <a:buNone/>
              <a:defRPr sz="900"/>
            </a:lvl5pPr>
            <a:lvl6pPr indent="-228600" lvl="5" marL="2743200" algn="l">
              <a:lnSpc>
                <a:spcPct val="100000"/>
              </a:lnSpc>
              <a:spcBef>
                <a:spcPts val="600"/>
              </a:spcBef>
              <a:spcAft>
                <a:spcPts val="0"/>
              </a:spcAft>
              <a:buSzPts val="828"/>
              <a:buNone/>
              <a:defRPr sz="900"/>
            </a:lvl6pPr>
            <a:lvl7pPr indent="-228600" lvl="6" marL="3200400" algn="l">
              <a:lnSpc>
                <a:spcPct val="100000"/>
              </a:lnSpc>
              <a:spcBef>
                <a:spcPts val="600"/>
              </a:spcBef>
              <a:spcAft>
                <a:spcPts val="0"/>
              </a:spcAft>
              <a:buSzPts val="828"/>
              <a:buNone/>
              <a:defRPr sz="900"/>
            </a:lvl7pPr>
            <a:lvl8pPr indent="-228600" lvl="7" marL="3657600" algn="l">
              <a:lnSpc>
                <a:spcPct val="100000"/>
              </a:lnSpc>
              <a:spcBef>
                <a:spcPts val="600"/>
              </a:spcBef>
              <a:spcAft>
                <a:spcPts val="0"/>
              </a:spcAft>
              <a:buSzPts val="828"/>
              <a:buNone/>
              <a:defRPr sz="900"/>
            </a:lvl8pPr>
            <a:lvl9pPr indent="-228600" lvl="8" marL="4114800" algn="l">
              <a:lnSpc>
                <a:spcPct val="100000"/>
              </a:lnSpc>
              <a:spcBef>
                <a:spcPts val="600"/>
              </a:spcBef>
              <a:spcAft>
                <a:spcPts val="600"/>
              </a:spcAft>
              <a:buSzPts val="828"/>
              <a:buNone/>
              <a:defRPr sz="900"/>
            </a:lvl9pPr>
          </a:lstStyle>
          <a:p/>
        </p:txBody>
      </p:sp>
      <p:sp>
        <p:nvSpPr>
          <p:cNvPr id="68" name="Google Shape;68;p9"/>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9"/>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9"/>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71" name="Shape 71"/>
        <p:cNvGrpSpPr/>
        <p:nvPr/>
      </p:nvGrpSpPr>
      <p:grpSpPr>
        <a:xfrm>
          <a:off x="0" y="0"/>
          <a:ext cx="0" cy="0"/>
          <a:chOff x="0" y="0"/>
          <a:chExt cx="0" cy="0"/>
        </a:xfrm>
      </p:grpSpPr>
      <p:sp>
        <p:nvSpPr>
          <p:cNvPr id="72" name="Google Shape;72;p10"/>
          <p:cNvSpPr txBox="1"/>
          <p:nvPr>
            <p:ph type="title"/>
          </p:nvPr>
        </p:nvSpPr>
        <p:spPr>
          <a:xfrm>
            <a:off x="581193" y="4693389"/>
            <a:ext cx="11029616"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accent1"/>
              </a:buClr>
              <a:buSzPts val="2400"/>
              <a:buFont typeface="Gill Sans"/>
              <a:buNone/>
              <a:defRPr b="0" sz="240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0"/>
          <p:cNvSpPr/>
          <p:nvPr>
            <p:ph idx="2" type="pic"/>
          </p:nvPr>
        </p:nvSpPr>
        <p:spPr>
          <a:xfrm>
            <a:off x="447817" y="599725"/>
            <a:ext cx="11290859" cy="3557252"/>
          </a:xfrm>
          <a:prstGeom prst="rect">
            <a:avLst/>
          </a:prstGeom>
          <a:noFill/>
          <a:ln>
            <a:noFill/>
          </a:ln>
        </p:spPr>
      </p:sp>
      <p:sp>
        <p:nvSpPr>
          <p:cNvPr id="74" name="Google Shape;74;p10"/>
          <p:cNvSpPr txBox="1"/>
          <p:nvPr>
            <p:ph idx="1" type="body"/>
          </p:nvPr>
        </p:nvSpPr>
        <p:spPr>
          <a:xfrm>
            <a:off x="581192" y="5260127"/>
            <a:ext cx="11029617" cy="598671"/>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240"/>
              </a:spcBef>
              <a:spcAft>
                <a:spcPts val="0"/>
              </a:spcAft>
              <a:buSzPts val="1104"/>
              <a:buNone/>
              <a:defRPr sz="1200"/>
            </a:lvl1pPr>
            <a:lvl2pPr indent="-228600" lvl="1" marL="914400" algn="l">
              <a:lnSpc>
                <a:spcPct val="100000"/>
              </a:lnSpc>
              <a:spcBef>
                <a:spcPts val="600"/>
              </a:spcBef>
              <a:spcAft>
                <a:spcPts val="0"/>
              </a:spcAft>
              <a:buSzPts val="1104"/>
              <a:buNone/>
              <a:defRPr sz="1200"/>
            </a:lvl2pPr>
            <a:lvl3pPr indent="-228600" lvl="2" marL="1371600" algn="l">
              <a:lnSpc>
                <a:spcPct val="100000"/>
              </a:lnSpc>
              <a:spcBef>
                <a:spcPts val="600"/>
              </a:spcBef>
              <a:spcAft>
                <a:spcPts val="0"/>
              </a:spcAft>
              <a:buSzPts val="920"/>
              <a:buNone/>
              <a:defRPr sz="1000"/>
            </a:lvl3pPr>
            <a:lvl4pPr indent="-228600" lvl="3" marL="1828800" algn="l">
              <a:lnSpc>
                <a:spcPct val="100000"/>
              </a:lnSpc>
              <a:spcBef>
                <a:spcPts val="600"/>
              </a:spcBef>
              <a:spcAft>
                <a:spcPts val="0"/>
              </a:spcAft>
              <a:buSzPts val="828"/>
              <a:buNone/>
              <a:defRPr sz="900"/>
            </a:lvl4pPr>
            <a:lvl5pPr indent="-228600" lvl="4" marL="2286000" algn="l">
              <a:lnSpc>
                <a:spcPct val="100000"/>
              </a:lnSpc>
              <a:spcBef>
                <a:spcPts val="600"/>
              </a:spcBef>
              <a:spcAft>
                <a:spcPts val="0"/>
              </a:spcAft>
              <a:buSzPts val="828"/>
              <a:buNone/>
              <a:defRPr sz="900"/>
            </a:lvl5pPr>
            <a:lvl6pPr indent="-228600" lvl="5" marL="2743200" algn="l">
              <a:lnSpc>
                <a:spcPct val="100000"/>
              </a:lnSpc>
              <a:spcBef>
                <a:spcPts val="600"/>
              </a:spcBef>
              <a:spcAft>
                <a:spcPts val="0"/>
              </a:spcAft>
              <a:buSzPts val="828"/>
              <a:buNone/>
              <a:defRPr sz="900"/>
            </a:lvl6pPr>
            <a:lvl7pPr indent="-228600" lvl="6" marL="3200400" algn="l">
              <a:lnSpc>
                <a:spcPct val="100000"/>
              </a:lnSpc>
              <a:spcBef>
                <a:spcPts val="600"/>
              </a:spcBef>
              <a:spcAft>
                <a:spcPts val="0"/>
              </a:spcAft>
              <a:buSzPts val="828"/>
              <a:buNone/>
              <a:defRPr sz="900"/>
            </a:lvl7pPr>
            <a:lvl8pPr indent="-228600" lvl="7" marL="3657600" algn="l">
              <a:lnSpc>
                <a:spcPct val="100000"/>
              </a:lnSpc>
              <a:spcBef>
                <a:spcPts val="600"/>
              </a:spcBef>
              <a:spcAft>
                <a:spcPts val="0"/>
              </a:spcAft>
              <a:buSzPts val="828"/>
              <a:buNone/>
              <a:defRPr sz="900"/>
            </a:lvl8pPr>
            <a:lvl9pPr indent="-228600" lvl="8" marL="4114800" algn="l">
              <a:lnSpc>
                <a:spcPct val="100000"/>
              </a:lnSpc>
              <a:spcBef>
                <a:spcPts val="600"/>
              </a:spcBef>
              <a:spcAft>
                <a:spcPts val="600"/>
              </a:spcAft>
              <a:buSzPts val="828"/>
              <a:buNone/>
              <a:defRPr sz="900"/>
            </a:lvl9pPr>
          </a:lstStyle>
          <a:p/>
        </p:txBody>
      </p:sp>
      <p:sp>
        <p:nvSpPr>
          <p:cNvPr id="75" name="Google Shape;75;p10"/>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0"/>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10"/>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78" name="Shape 78"/>
        <p:cNvGrpSpPr/>
        <p:nvPr/>
      </p:nvGrpSpPr>
      <p:grpSpPr>
        <a:xfrm>
          <a:off x="0" y="0"/>
          <a:ext cx="0" cy="0"/>
          <a:chOff x="0" y="0"/>
          <a:chExt cx="0" cy="0"/>
        </a:xfrm>
      </p:grpSpPr>
      <p:sp>
        <p:nvSpPr>
          <p:cNvPr id="79" name="Google Shape;79;p11"/>
          <p:cNvSpPr/>
          <p:nvPr/>
        </p:nvSpPr>
        <p:spPr>
          <a:xfrm>
            <a:off x="440286" y="614407"/>
            <a:ext cx="11309338" cy="1189298"/>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11"/>
          <p:cNvSpPr txBox="1"/>
          <p:nvPr>
            <p:ph type="title"/>
          </p:nvPr>
        </p:nvSpPr>
        <p:spPr>
          <a:xfrm>
            <a:off x="581192" y="702156"/>
            <a:ext cx="11029616" cy="10138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11"/>
          <p:cNvSpPr txBox="1"/>
          <p:nvPr>
            <p:ph idx="1" type="body"/>
          </p:nvPr>
        </p:nvSpPr>
        <p:spPr>
          <a:xfrm rot="5400000">
            <a:off x="4334603" y="-1417408"/>
            <a:ext cx="3522794" cy="11029616"/>
          </a:xfrm>
          <a:prstGeom prst="rect">
            <a:avLst/>
          </a:prstGeom>
          <a:noFill/>
          <a:ln>
            <a:noFill/>
          </a:ln>
        </p:spPr>
        <p:txBody>
          <a:bodyPr anchorCtr="0" anchor="t" bIns="45700" lIns="91425" spcFirstLastPara="1" rIns="91425" wrap="square" tIns="45700">
            <a:normAutofit/>
          </a:bodyPr>
          <a:lstStyle>
            <a:lvl1pPr indent="-333756" lvl="0" marL="457200" algn="l">
              <a:lnSpc>
                <a:spcPct val="100000"/>
              </a:lnSpc>
              <a:spcBef>
                <a:spcPts val="360"/>
              </a:spcBef>
              <a:spcAft>
                <a:spcPts val="0"/>
              </a:spcAft>
              <a:buSzPts val="1656"/>
              <a:buChar char="◼"/>
              <a:defRPr/>
            </a:lvl1pPr>
            <a:lvl2pPr indent="-322072" lvl="1" marL="914400" algn="l">
              <a:lnSpc>
                <a:spcPct val="100000"/>
              </a:lnSpc>
              <a:spcBef>
                <a:spcPts val="600"/>
              </a:spcBef>
              <a:spcAft>
                <a:spcPts val="0"/>
              </a:spcAft>
              <a:buSzPts val="1472"/>
              <a:buChar char="◼"/>
              <a:defRPr/>
            </a:lvl2pPr>
            <a:lvl3pPr indent="-310388" lvl="2" marL="1371600" algn="l">
              <a:lnSpc>
                <a:spcPct val="100000"/>
              </a:lnSpc>
              <a:spcBef>
                <a:spcPts val="600"/>
              </a:spcBef>
              <a:spcAft>
                <a:spcPts val="0"/>
              </a:spcAft>
              <a:buSzPts val="1288"/>
              <a:buChar char="◼"/>
              <a:defRPr/>
            </a:lvl3pPr>
            <a:lvl4pPr indent="-298704" lvl="3" marL="1828800" algn="l">
              <a:lnSpc>
                <a:spcPct val="100000"/>
              </a:lnSpc>
              <a:spcBef>
                <a:spcPts val="600"/>
              </a:spcBef>
              <a:spcAft>
                <a:spcPts val="0"/>
              </a:spcAft>
              <a:buSzPts val="1104"/>
              <a:buChar char="◼"/>
              <a:defRPr/>
            </a:lvl4pPr>
            <a:lvl5pPr indent="-298704" lvl="4" marL="2286000" algn="l">
              <a:lnSpc>
                <a:spcPct val="100000"/>
              </a:lnSpc>
              <a:spcBef>
                <a:spcPts val="600"/>
              </a:spcBef>
              <a:spcAft>
                <a:spcPts val="0"/>
              </a:spcAft>
              <a:buSzPts val="1104"/>
              <a:buChar char="◼"/>
              <a:defRPr/>
            </a:lvl5pPr>
            <a:lvl6pPr indent="-333756" lvl="5" marL="2743200" algn="l">
              <a:lnSpc>
                <a:spcPct val="100000"/>
              </a:lnSpc>
              <a:spcBef>
                <a:spcPts val="600"/>
              </a:spcBef>
              <a:spcAft>
                <a:spcPts val="0"/>
              </a:spcAft>
              <a:buSzPts val="1656"/>
              <a:buChar char="◼"/>
              <a:defRPr/>
            </a:lvl6pPr>
            <a:lvl7pPr indent="-333756" lvl="6" marL="3200400" algn="l">
              <a:lnSpc>
                <a:spcPct val="100000"/>
              </a:lnSpc>
              <a:spcBef>
                <a:spcPts val="600"/>
              </a:spcBef>
              <a:spcAft>
                <a:spcPts val="0"/>
              </a:spcAft>
              <a:buSzPts val="1656"/>
              <a:buChar char="◼"/>
              <a:defRPr/>
            </a:lvl7pPr>
            <a:lvl8pPr indent="-333756" lvl="7" marL="3657600" algn="l">
              <a:lnSpc>
                <a:spcPct val="100000"/>
              </a:lnSpc>
              <a:spcBef>
                <a:spcPts val="600"/>
              </a:spcBef>
              <a:spcAft>
                <a:spcPts val="0"/>
              </a:spcAft>
              <a:buSzPts val="1656"/>
              <a:buChar char="◼"/>
              <a:defRPr/>
            </a:lvl8pPr>
            <a:lvl9pPr indent="-333756" lvl="8" marL="4114800" algn="l">
              <a:lnSpc>
                <a:spcPct val="100000"/>
              </a:lnSpc>
              <a:spcBef>
                <a:spcPts val="600"/>
              </a:spcBef>
              <a:spcAft>
                <a:spcPts val="600"/>
              </a:spcAft>
              <a:buSzPts val="1656"/>
              <a:buChar char="◼"/>
              <a:defRPr/>
            </a:lvl9pPr>
          </a:lstStyle>
          <a:p/>
        </p:txBody>
      </p:sp>
      <p:sp>
        <p:nvSpPr>
          <p:cNvPr id="82" name="Google Shape;82;p11"/>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1"/>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11"/>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85" name="Shape 85"/>
        <p:cNvGrpSpPr/>
        <p:nvPr/>
      </p:nvGrpSpPr>
      <p:grpSpPr>
        <a:xfrm>
          <a:off x="0" y="0"/>
          <a:ext cx="0" cy="0"/>
          <a:chOff x="0" y="0"/>
          <a:chExt cx="0" cy="0"/>
        </a:xfrm>
      </p:grpSpPr>
      <p:sp>
        <p:nvSpPr>
          <p:cNvPr id="86" name="Google Shape;86;p12"/>
          <p:cNvSpPr/>
          <p:nvPr/>
        </p:nvSpPr>
        <p:spPr>
          <a:xfrm>
            <a:off x="8839201" y="599725"/>
            <a:ext cx="2906817" cy="581695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12"/>
          <p:cNvSpPr txBox="1"/>
          <p:nvPr>
            <p:ph type="title"/>
          </p:nvPr>
        </p:nvSpPr>
        <p:spPr>
          <a:xfrm rot="5400000">
            <a:off x="7249746" y="2265181"/>
            <a:ext cx="5183073" cy="200416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12"/>
          <p:cNvSpPr txBox="1"/>
          <p:nvPr>
            <p:ph idx="1" type="body"/>
          </p:nvPr>
        </p:nvSpPr>
        <p:spPr>
          <a:xfrm rot="5400000">
            <a:off x="2131526" y="-680877"/>
            <a:ext cx="5183073" cy="7896279"/>
          </a:xfrm>
          <a:prstGeom prst="rect">
            <a:avLst/>
          </a:prstGeom>
          <a:noFill/>
          <a:ln>
            <a:noFill/>
          </a:ln>
        </p:spPr>
        <p:txBody>
          <a:bodyPr anchorCtr="0" anchor="t" bIns="45700" lIns="91425" spcFirstLastPara="1" rIns="91425" wrap="square" tIns="45700">
            <a:normAutofit/>
          </a:bodyPr>
          <a:lstStyle>
            <a:lvl1pPr indent="-333756" lvl="0" marL="457200" algn="l">
              <a:lnSpc>
                <a:spcPct val="100000"/>
              </a:lnSpc>
              <a:spcBef>
                <a:spcPts val="360"/>
              </a:spcBef>
              <a:spcAft>
                <a:spcPts val="0"/>
              </a:spcAft>
              <a:buSzPts val="1656"/>
              <a:buChar char="◼"/>
              <a:defRPr/>
            </a:lvl1pPr>
            <a:lvl2pPr indent="-333756" lvl="1" marL="914400" algn="l">
              <a:lnSpc>
                <a:spcPct val="100000"/>
              </a:lnSpc>
              <a:spcBef>
                <a:spcPts val="600"/>
              </a:spcBef>
              <a:spcAft>
                <a:spcPts val="0"/>
              </a:spcAft>
              <a:buSzPts val="1656"/>
              <a:buChar char="◼"/>
              <a:defRPr/>
            </a:lvl2pPr>
            <a:lvl3pPr indent="-333756" lvl="2" marL="1371600" algn="l">
              <a:lnSpc>
                <a:spcPct val="100000"/>
              </a:lnSpc>
              <a:spcBef>
                <a:spcPts val="600"/>
              </a:spcBef>
              <a:spcAft>
                <a:spcPts val="0"/>
              </a:spcAft>
              <a:buSzPts val="1656"/>
              <a:buChar char="◼"/>
              <a:defRPr/>
            </a:lvl3pPr>
            <a:lvl4pPr indent="-333756" lvl="3" marL="1828800" algn="l">
              <a:lnSpc>
                <a:spcPct val="100000"/>
              </a:lnSpc>
              <a:spcBef>
                <a:spcPts val="600"/>
              </a:spcBef>
              <a:spcAft>
                <a:spcPts val="0"/>
              </a:spcAft>
              <a:buSzPts val="1656"/>
              <a:buChar char="◼"/>
              <a:defRPr/>
            </a:lvl4pPr>
            <a:lvl5pPr indent="-333756" lvl="4" marL="2286000" algn="l">
              <a:lnSpc>
                <a:spcPct val="100000"/>
              </a:lnSpc>
              <a:spcBef>
                <a:spcPts val="600"/>
              </a:spcBef>
              <a:spcAft>
                <a:spcPts val="0"/>
              </a:spcAft>
              <a:buSzPts val="1656"/>
              <a:buChar char="◼"/>
              <a:defRPr/>
            </a:lvl5pPr>
            <a:lvl6pPr indent="-333756" lvl="5" marL="2743200" algn="l">
              <a:lnSpc>
                <a:spcPct val="100000"/>
              </a:lnSpc>
              <a:spcBef>
                <a:spcPts val="600"/>
              </a:spcBef>
              <a:spcAft>
                <a:spcPts val="0"/>
              </a:spcAft>
              <a:buSzPts val="1656"/>
              <a:buChar char="◼"/>
              <a:defRPr/>
            </a:lvl6pPr>
            <a:lvl7pPr indent="-333756" lvl="6" marL="3200400" algn="l">
              <a:lnSpc>
                <a:spcPct val="100000"/>
              </a:lnSpc>
              <a:spcBef>
                <a:spcPts val="600"/>
              </a:spcBef>
              <a:spcAft>
                <a:spcPts val="0"/>
              </a:spcAft>
              <a:buSzPts val="1656"/>
              <a:buChar char="◼"/>
              <a:defRPr/>
            </a:lvl7pPr>
            <a:lvl8pPr indent="-333756" lvl="7" marL="3657600" algn="l">
              <a:lnSpc>
                <a:spcPct val="100000"/>
              </a:lnSpc>
              <a:spcBef>
                <a:spcPts val="600"/>
              </a:spcBef>
              <a:spcAft>
                <a:spcPts val="0"/>
              </a:spcAft>
              <a:buSzPts val="1656"/>
              <a:buChar char="◼"/>
              <a:defRPr/>
            </a:lvl8pPr>
            <a:lvl9pPr indent="-333756" lvl="8" marL="4114800" algn="l">
              <a:lnSpc>
                <a:spcPct val="100000"/>
              </a:lnSpc>
              <a:spcBef>
                <a:spcPts val="600"/>
              </a:spcBef>
              <a:spcAft>
                <a:spcPts val="600"/>
              </a:spcAft>
              <a:buSzPts val="1656"/>
              <a:buChar char="◼"/>
              <a:defRPr/>
            </a:lvl9pPr>
          </a:lstStyle>
          <a:p/>
        </p:txBody>
      </p:sp>
      <p:sp>
        <p:nvSpPr>
          <p:cNvPr id="89" name="Google Shape;89;p12"/>
          <p:cNvSpPr txBox="1"/>
          <p:nvPr>
            <p:ph idx="10" type="dt"/>
          </p:nvPr>
        </p:nvSpPr>
        <p:spPr>
          <a:xfrm>
            <a:off x="8993673" y="5956137"/>
            <a:ext cx="1328141"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12"/>
          <p:cNvSpPr txBox="1"/>
          <p:nvPr>
            <p:ph idx="11" type="ftr"/>
          </p:nvPr>
        </p:nvSpPr>
        <p:spPr>
          <a:xfrm>
            <a:off x="774923" y="5951811"/>
            <a:ext cx="7896279"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12"/>
          <p:cNvSpPr txBox="1"/>
          <p:nvPr>
            <p:ph idx="12" type="sldNum"/>
          </p:nvPr>
        </p:nvSpPr>
        <p:spPr>
          <a:xfrm>
            <a:off x="10446615" y="5956137"/>
            <a:ext cx="116419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2D58AC"/>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581192" y="705124"/>
            <a:ext cx="11029616" cy="1189554"/>
          </a:xfrm>
          <a:prstGeom prst="rect">
            <a:avLst/>
          </a:prstGeom>
          <a:noFill/>
          <a:ln>
            <a:noFill/>
          </a:ln>
        </p:spPr>
        <p:txBody>
          <a:bodyPr anchorCtr="0" anchor="b" bIns="45700" lIns="91425" spcFirstLastPara="1" rIns="91425" wrap="square" tIns="45700">
            <a:normAutofit/>
          </a:bodyPr>
          <a:lstStyle>
            <a:lvl1pPr lvl="0" marR="0" rtl="0" algn="l">
              <a:lnSpc>
                <a:spcPct val="100000"/>
              </a:lnSpc>
              <a:spcBef>
                <a:spcPts val="0"/>
              </a:spcBef>
              <a:spcAft>
                <a:spcPts val="0"/>
              </a:spcAft>
              <a:buClr>
                <a:schemeClr val="lt1"/>
              </a:buClr>
              <a:buSzPts val="2800"/>
              <a:buFont typeface="Gill Sans"/>
              <a:buNone/>
              <a:defRPr b="0" i="0" sz="2800" u="none" cap="none" strike="noStrike">
                <a:solidFill>
                  <a:schemeClr val="lt1"/>
                </a:solidFill>
                <a:latin typeface="Gill Sans"/>
                <a:ea typeface="Gill Sans"/>
                <a:cs typeface="Gill Sans"/>
                <a:sym typeface="Gill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9pPr>
          </a:lstStyle>
          <a:p/>
        </p:txBody>
      </p:sp>
      <p:sp>
        <p:nvSpPr>
          <p:cNvPr id="7" name="Google Shape;7;p1"/>
          <p:cNvSpPr txBox="1"/>
          <p:nvPr>
            <p:ph idx="1" type="body"/>
          </p:nvPr>
        </p:nvSpPr>
        <p:spPr>
          <a:xfrm>
            <a:off x="581192" y="2336003"/>
            <a:ext cx="11029616" cy="3522794"/>
          </a:xfrm>
          <a:prstGeom prst="rect">
            <a:avLst/>
          </a:prstGeom>
          <a:noFill/>
          <a:ln>
            <a:noFill/>
          </a:ln>
        </p:spPr>
        <p:txBody>
          <a:bodyPr anchorCtr="0" anchor="ctr" bIns="45700" lIns="91425" spcFirstLastPara="1" rIns="91425" wrap="square" tIns="45700">
            <a:normAutofit/>
          </a:bodyPr>
          <a:lstStyle>
            <a:lvl1pPr indent="-333756" lvl="0" marL="457200" marR="0" rtl="0" algn="l">
              <a:lnSpc>
                <a:spcPct val="100000"/>
              </a:lnSpc>
              <a:spcBef>
                <a:spcPts val="360"/>
              </a:spcBef>
              <a:spcAft>
                <a:spcPts val="0"/>
              </a:spcAft>
              <a:buClr>
                <a:schemeClr val="accent2"/>
              </a:buClr>
              <a:buSzPts val="1656"/>
              <a:buFont typeface="Noto Sans Symbols"/>
              <a:buChar char="◼"/>
              <a:defRPr b="0" i="0" sz="1800" u="none" cap="none" strike="noStrike">
                <a:solidFill>
                  <a:schemeClr val="dk2"/>
                </a:solidFill>
                <a:latin typeface="Gill Sans"/>
                <a:ea typeface="Gill Sans"/>
                <a:cs typeface="Gill Sans"/>
                <a:sym typeface="Gill Sans"/>
              </a:defRPr>
            </a:lvl1pPr>
            <a:lvl2pPr indent="-322072" lvl="1" marL="914400" marR="0" rtl="0" algn="l">
              <a:lnSpc>
                <a:spcPct val="100000"/>
              </a:lnSpc>
              <a:spcBef>
                <a:spcPts val="600"/>
              </a:spcBef>
              <a:spcAft>
                <a:spcPts val="0"/>
              </a:spcAft>
              <a:buClr>
                <a:schemeClr val="accent2"/>
              </a:buClr>
              <a:buSzPts val="1472"/>
              <a:buFont typeface="Noto Sans Symbols"/>
              <a:buChar char="◼"/>
              <a:defRPr b="0" i="0" sz="1600" u="none" cap="none" strike="noStrike">
                <a:solidFill>
                  <a:schemeClr val="dk2"/>
                </a:solidFill>
                <a:latin typeface="Gill Sans"/>
                <a:ea typeface="Gill Sans"/>
                <a:cs typeface="Gill Sans"/>
                <a:sym typeface="Gill Sans"/>
              </a:defRPr>
            </a:lvl2pPr>
            <a:lvl3pPr indent="-310388" lvl="2" marL="1371600" marR="0" rtl="0" algn="l">
              <a:lnSpc>
                <a:spcPct val="100000"/>
              </a:lnSpc>
              <a:spcBef>
                <a:spcPts val="600"/>
              </a:spcBef>
              <a:spcAft>
                <a:spcPts val="0"/>
              </a:spcAft>
              <a:buClr>
                <a:schemeClr val="accent2"/>
              </a:buClr>
              <a:buSzPts val="1288"/>
              <a:buFont typeface="Noto Sans Symbols"/>
              <a:buChar char="◼"/>
              <a:defRPr b="0" i="0" sz="1400" u="none" cap="none" strike="noStrike">
                <a:solidFill>
                  <a:schemeClr val="dk2"/>
                </a:solidFill>
                <a:latin typeface="Gill Sans"/>
                <a:ea typeface="Gill Sans"/>
                <a:cs typeface="Gill Sans"/>
                <a:sym typeface="Gill Sans"/>
              </a:defRPr>
            </a:lvl3pPr>
            <a:lvl4pPr indent="-298704" lvl="3" marL="1828800" marR="0" rtl="0" algn="l">
              <a:lnSpc>
                <a:spcPct val="100000"/>
              </a:lnSpc>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4pPr>
            <a:lvl5pPr indent="-298704" lvl="4" marL="2286000" marR="0" rtl="0" algn="l">
              <a:lnSpc>
                <a:spcPct val="100000"/>
              </a:lnSpc>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5pPr>
            <a:lvl6pPr indent="-298704" lvl="5" marL="2743200" marR="0" rtl="0" algn="l">
              <a:lnSpc>
                <a:spcPct val="100000"/>
              </a:lnSpc>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6pPr>
            <a:lvl7pPr indent="-298704" lvl="6" marL="3200400" marR="0" rtl="0" algn="l">
              <a:lnSpc>
                <a:spcPct val="100000"/>
              </a:lnSpc>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7pPr>
            <a:lvl8pPr indent="-298704" lvl="7" marL="3657600" marR="0" rtl="0" algn="l">
              <a:lnSpc>
                <a:spcPct val="100000"/>
              </a:lnSpc>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8pPr>
            <a:lvl9pPr indent="-298704" lvl="8" marL="4114800" marR="0" rtl="0" algn="l">
              <a:lnSpc>
                <a:spcPct val="100000"/>
              </a:lnSpc>
              <a:spcBef>
                <a:spcPts val="600"/>
              </a:spcBef>
              <a:spcAft>
                <a:spcPts val="60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9pPr>
          </a:lstStyle>
          <a:p/>
        </p:txBody>
      </p:sp>
      <p:sp>
        <p:nvSpPr>
          <p:cNvPr id="8" name="Google Shape;8;p1"/>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900" u="none" cap="none" strike="noStrike">
                <a:solidFill>
                  <a:schemeClr val="accent2"/>
                </a:solidFill>
                <a:latin typeface="Gill Sans"/>
                <a:ea typeface="Gill Sans"/>
                <a:cs typeface="Gill Sans"/>
                <a:sym typeface="Gill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9pPr>
          </a:lstStyle>
          <a:p/>
        </p:txBody>
      </p:sp>
      <p:sp>
        <p:nvSpPr>
          <p:cNvPr id="9" name="Google Shape;9;p1"/>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chemeClr val="accent2"/>
                </a:solidFill>
                <a:latin typeface="Gill Sans"/>
                <a:ea typeface="Gill Sans"/>
                <a:cs typeface="Gill Sans"/>
                <a:sym typeface="Gill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9pPr>
          </a:lstStyle>
          <a:p/>
        </p:txBody>
      </p:sp>
      <p:sp>
        <p:nvSpPr>
          <p:cNvPr id="10" name="Google Shape;10;p1"/>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ES"/>
              <a:t>‹#›</a:t>
            </a:fld>
            <a:endParaRPr/>
          </a:p>
        </p:txBody>
      </p:sp>
      <p:sp>
        <p:nvSpPr>
          <p:cNvPr id="11" name="Google Shape;11;p1"/>
          <p:cNvSpPr/>
          <p:nvPr/>
        </p:nvSpPr>
        <p:spPr>
          <a:xfrm>
            <a:off x="446534" y="457200"/>
            <a:ext cx="3703320" cy="94997"/>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1"/>
          <p:cNvSpPr/>
          <p:nvPr/>
        </p:nvSpPr>
        <p:spPr>
          <a:xfrm>
            <a:off x="8042147" y="453643"/>
            <a:ext cx="3703320" cy="98554"/>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1"/>
          <p:cNvSpPr/>
          <p:nvPr/>
        </p:nvSpPr>
        <p:spPr>
          <a:xfrm>
            <a:off x="4241830" y="457200"/>
            <a:ext cx="3703320" cy="9144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10" Type="http://schemas.openxmlformats.org/officeDocument/2006/relationships/image" Target="../media/wd_image2.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10" Type="http://schemas.openxmlformats.org/officeDocument/2006/relationships/image" Target="../media/wd_image3.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10" Type="http://schemas.openxmlformats.org/officeDocument/2006/relationships/image" Target="../media/wd_image4.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10" Type="http://schemas.openxmlformats.org/officeDocument/2006/relationships/image" Target="../media/wd_image5.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10" Type="http://schemas.openxmlformats.org/officeDocument/2006/relationships/image" Target="../media/wd_image6.png"/><Relationship Id="rId11" Type="http://schemas.openxmlformats.org/officeDocument/2006/relationships/image" Target="../media/wd_image7.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10" Type="http://schemas.openxmlformats.org/officeDocument/2006/relationships/image" Target="../media/wd_image8.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10" Type="http://schemas.openxmlformats.org/officeDocument/2006/relationships/image" Target="../media/wd_image9.png"/><Relationship Id="rId11" Type="http://schemas.openxmlformats.org/officeDocument/2006/relationships/image" Target="../media/wd_image10.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10" Type="http://schemas.openxmlformats.org/officeDocument/2006/relationships/image" Target="../media/wd_image11.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10" Type="http://schemas.openxmlformats.org/officeDocument/2006/relationships/image" Target="../media/wd_image12.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10" Type="http://schemas.openxmlformats.org/officeDocument/2006/relationships/image" Target="../media/wd_image13.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10" Type="http://schemas.openxmlformats.org/officeDocument/2006/relationships/image" Target="../media/wd_image14.png"/><Relationship Id="rId11" Type="http://schemas.openxmlformats.org/officeDocument/2006/relationships/image" Target="../media/wd_image15.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10" Type="http://schemas.openxmlformats.org/officeDocument/2006/relationships/image" Target="../media/wd_image16.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10" Type="http://schemas.openxmlformats.org/officeDocument/2006/relationships/image" Target="../media/wd_image17.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10" Type="http://schemas.openxmlformats.org/officeDocument/2006/relationships/image" Target="../media/wd_image28.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10" Type="http://schemas.openxmlformats.org/officeDocument/2006/relationships/image" Target="../media/wd_image18.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10" Type="http://schemas.openxmlformats.org/officeDocument/2006/relationships/image" Target="../media/wd_image19.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10" Type="http://schemas.openxmlformats.org/officeDocument/2006/relationships/image" Target="../media/wd_image29.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10" Type="http://schemas.openxmlformats.org/officeDocument/2006/relationships/image" Target="../media/wd_image20.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10" Type="http://schemas.openxmlformats.org/officeDocument/2006/relationships/image" Target="../media/wd_image21.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10" Type="http://schemas.openxmlformats.org/officeDocument/2006/relationships/image" Target="../media/wd_image26.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10" Type="http://schemas.openxmlformats.org/officeDocument/2006/relationships/image" Target="../media/wd_image22.png"/><Relationship Id="rId11" Type="http://schemas.openxmlformats.org/officeDocument/2006/relationships/image" Target="../media/wd_image23.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10" Type="http://schemas.openxmlformats.org/officeDocument/2006/relationships/image" Target="../media/wd_image24.png"/><Relationship Id="rId11" Type="http://schemas.openxmlformats.org/officeDocument/2006/relationships/image" Target="../media/wd_image25.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10" Type="http://schemas.openxmlformats.org/officeDocument/2006/relationships/image" Target="../media/wd_image27.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3"/>
          <p:cNvSpPr txBox="1"/>
          <p:nvPr>
            <p:ph type="ctrTitle"/>
          </p:nvPr>
        </p:nvSpPr>
        <p:spPr>
          <a:xfrm>
            <a:off x="599226" y="3158569"/>
            <a:ext cx="10993549" cy="1578409"/>
          </a:xfrm>
          <a:prstGeom prst="rect">
            <a:avLst/>
          </a:prstGeom>
          <a:noFill/>
          <a:ln>
            <a:noFill/>
          </a:ln>
        </p:spPr>
        <p:txBody>
          <a:bodyPr anchorCtr="0" anchor="b" bIns="45700" lIns="91425" spcFirstLastPara="1" rIns="91425" wrap="square" tIns="45700">
            <a:normAutofit/>
          </a:bodyPr>
          <a:lstStyle/>
          <a:p>
            <a:pPr indent="0" lvl="0" marL="0" rtl="0" algn="ctr">
              <a:lnSpc>
                <a:spcPct val="100000"/>
              </a:lnSpc>
              <a:spcBef>
                <a:spcPts val="0"/>
              </a:spcBef>
              <a:spcAft>
                <a:spcPts val="0"/>
              </a:spcAft>
              <a:buClr>
                <a:schemeClr val="lt1"/>
              </a:buClr>
              <a:buSzPts val="3600"/>
              <a:buFont typeface="Gill Sans"/>
              <a:buNone/>
            </a:pPr>
            <a:r>
              <a:rPr lang="es-ES">
                <a:solidFill>
                  <a:schemeClr val="lt1"/>
                </a:solidFill>
              </a:rPr>
              <a:t>MANUAL</a:t>
            </a:r>
            <a:br>
              <a:rPr lang="es-ES">
                <a:solidFill>
                  <a:schemeClr val="lt1"/>
                </a:solidFill>
              </a:rPr>
            </a:br>
            <a:r>
              <a:rPr lang="es-ES">
                <a:solidFill>
                  <a:schemeClr val="lt1"/>
                </a:solidFill>
              </a:rPr>
              <a:t>CONVERSIÓN UNIDADES </a:t>
            </a:r>
            <a:r>
              <a:rPr lang="es-ES">
                <a:solidFill>
                  <a:schemeClr val="lt1"/>
                </a:solidFill>
              </a:rPr>
              <a:t>SOAP JAVA</a:t>
            </a:r>
            <a:endParaRPr/>
          </a:p>
        </p:txBody>
      </p:sp>
      <p:sp>
        <p:nvSpPr>
          <p:cNvPr id="97" name="Google Shape;97;p13"/>
          <p:cNvSpPr txBox="1"/>
          <p:nvPr>
            <p:ph idx="1" type="subTitle"/>
          </p:nvPr>
        </p:nvSpPr>
        <p:spPr>
          <a:xfrm>
            <a:off x="599226" y="4572000"/>
            <a:ext cx="4261531" cy="1812758"/>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72"/>
              <a:buNone/>
            </a:pPr>
            <a:r>
              <a:t/>
            </a:r>
            <a:endParaRPr b="1">
              <a:solidFill>
                <a:schemeClr val="lt1"/>
              </a:solidFill>
            </a:endParaRPr>
          </a:p>
          <a:p>
            <a:pPr indent="0" lvl="0" marL="0" rtl="0" algn="l">
              <a:lnSpc>
                <a:spcPct val="100000"/>
              </a:lnSpc>
              <a:spcBef>
                <a:spcPts val="920"/>
              </a:spcBef>
              <a:spcAft>
                <a:spcPts val="0"/>
              </a:spcAft>
              <a:buSzPts val="1472"/>
              <a:buNone/>
            </a:pPr>
            <a:r>
              <a:rPr b="1" lang="es-ES">
                <a:solidFill>
                  <a:schemeClr val="lt1"/>
                </a:solidFill>
              </a:rPr>
              <a:t>INTEGRANTES:</a:t>
            </a:r>
            <a:r>
              <a:rPr lang="es-ES">
                <a:solidFill>
                  <a:schemeClr val="lt1"/>
                </a:solidFill>
              </a:rPr>
              <a:t> GRUPO 8</a:t>
            </a:r>
            <a:endParaRPr>
              <a:solidFill>
                <a:schemeClr val="lt1"/>
              </a:solidFill>
            </a:endParaRPr>
          </a:p>
        </p:txBody>
      </p:sp>
      <p:pic>
        <p:nvPicPr>
          <p:cNvPr descr="Resultado de imagen para espe" id="98" name="Google Shape;98;p13"/>
          <p:cNvPicPr preferRelativeResize="0"/>
          <p:nvPr/>
        </p:nvPicPr>
        <p:blipFill rotWithShape="1">
          <a:blip r:embed="rId3">
            <a:alphaModFix/>
          </a:blip>
          <a:srcRect b="0" l="0" r="0" t="0"/>
          <a:stretch/>
        </p:blipFill>
        <p:spPr>
          <a:xfrm>
            <a:off x="319597" y="716302"/>
            <a:ext cx="11647502" cy="2193925"/>
          </a:xfrm>
          <a:prstGeom prst="rect">
            <a:avLst/>
          </a:prstGeom>
          <a:noFill/>
          <a:ln>
            <a:noFill/>
          </a:ln>
        </p:spPr>
      </p:pic>
      <p:sp>
        <p:nvSpPr>
          <p:cNvPr id="99" name="Google Shape;99;p13"/>
          <p:cNvSpPr txBox="1"/>
          <p:nvPr/>
        </p:nvSpPr>
        <p:spPr>
          <a:xfrm>
            <a:off x="9037063" y="5301801"/>
            <a:ext cx="4261531" cy="1235358"/>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rgbClr val="4590B8"/>
              </a:buClr>
              <a:buSzPts val="1472"/>
              <a:buFont typeface="Noto Sans Symbols"/>
              <a:buNone/>
            </a:pPr>
            <a:r>
              <a:rPr b="1" i="0" lang="es-ES" sz="1600" u="none" cap="none" strike="noStrike">
                <a:solidFill>
                  <a:srgbClr val="FFFFFF"/>
                </a:solidFill>
                <a:latin typeface="Gill Sans"/>
                <a:ea typeface="Gill Sans"/>
                <a:cs typeface="Gill Sans"/>
                <a:sym typeface="Gill Sans"/>
              </a:rPr>
              <a:t>FECHA:  </a:t>
            </a:r>
            <a:r>
              <a:rPr b="1" lang="es-ES" sz="1600">
                <a:solidFill>
                  <a:srgbClr val="FFFFFF"/>
                </a:solidFill>
                <a:latin typeface="Gill Sans"/>
                <a:ea typeface="Gill Sans"/>
                <a:cs typeface="Gill Sans"/>
                <a:sym typeface="Gill Sans"/>
              </a:rPr>
              <a:t>25/10/2026</a:t>
            </a:r>
            <a:endParaRPr b="0" i="0" sz="1600" u="none" cap="none" strike="noStrike">
              <a:solidFill>
                <a:srgbClr val="FFFFFF"/>
              </a:solidFill>
              <a:latin typeface="Gill Sans"/>
              <a:ea typeface="Gill Sans"/>
              <a:cs typeface="Gill Sans"/>
              <a:sym typeface="Gill Sans"/>
            </a:endParaRPr>
          </a:p>
          <a:p>
            <a:pPr indent="0" lvl="0" marL="0" marR="0" rtl="0" algn="l">
              <a:lnSpc>
                <a:spcPct val="100000"/>
              </a:lnSpc>
              <a:spcBef>
                <a:spcPts val="920"/>
              </a:spcBef>
              <a:spcAft>
                <a:spcPts val="0"/>
              </a:spcAft>
              <a:buClr>
                <a:srgbClr val="4590B8"/>
              </a:buClr>
              <a:buSzPts val="1472"/>
              <a:buFont typeface="Noto Sans Symbols"/>
              <a:buNone/>
            </a:pPr>
            <a:r>
              <a:rPr b="1" i="0" lang="es-ES" sz="1600" u="none" cap="none" strike="noStrike">
                <a:solidFill>
                  <a:srgbClr val="FFFFFF"/>
                </a:solidFill>
                <a:latin typeface="Gill Sans"/>
                <a:ea typeface="Gill Sans"/>
                <a:cs typeface="Gill Sans"/>
                <a:sym typeface="Gill Sans"/>
              </a:rPr>
              <a:t>ING: </a:t>
            </a:r>
            <a:r>
              <a:rPr b="0" i="0" lang="es-ES" sz="1600" u="none" cap="none" strike="noStrike">
                <a:solidFill>
                  <a:srgbClr val="FFFFFF"/>
                </a:solidFill>
                <a:latin typeface="Gill Sans"/>
                <a:ea typeface="Gill Sans"/>
                <a:cs typeface="Gill Sans"/>
                <a:sym typeface="Gill Sans"/>
              </a:rPr>
              <a:t>CAMPAÑA MAURICIO</a:t>
            </a:r>
            <a:endParaRPr b="1" i="0" sz="1600" u="none" cap="none" strike="noStrike">
              <a:solidFill>
                <a:srgbClr val="FFFFFF"/>
              </a:solidFill>
              <a:latin typeface="Gill Sans"/>
              <a:ea typeface="Gill Sans"/>
              <a:cs typeface="Gill Sans"/>
              <a:sym typeface="Gill Sans"/>
            </a:endParaRPr>
          </a:p>
        </p:txBody>
      </p:sp>
      <p:sp>
        <p:nvSpPr>
          <p:cNvPr id="100" name="Google Shape;100;p13"/>
          <p:cNvSpPr txBox="1"/>
          <p:nvPr/>
        </p:nvSpPr>
        <p:spPr>
          <a:xfrm>
            <a:off x="11817675" y="6474048"/>
            <a:ext cx="374325"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Gill Sans"/>
              <a:buNone/>
            </a:pPr>
            <a:r>
              <a:rPr b="0" i="0" lang="es-ES" sz="2000" u="none" cap="none" strike="noStrike">
                <a:solidFill>
                  <a:srgbClr val="000000"/>
                </a:solidFill>
                <a:latin typeface="Gill Sans"/>
                <a:ea typeface="Gill Sans"/>
                <a:cs typeface="Gill Sans"/>
                <a:sym typeface="Gill Sans"/>
              </a:rPr>
              <a:t>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4" name="Shape 104"/>
        <p:cNvGrpSpPr/>
        <p:nvPr/>
      </p:nvGrpSpPr>
      <p:grpSpPr>
        <a:xfrm>
          <a:off x="0" y="0"/>
          <a:ext cx="0" cy="0"/>
          <a:chOff x="0" y="0"/>
          <a:chExt cx="0" cy="0"/>
        </a:xfrm>
      </p:grpSpPr>
      <p:sp>
        <p:nvSpPr>
          <p:cNvPr id="105" name="Google Shape;105;p14"/>
          <p:cNvSpPr/>
          <p:nvPr/>
        </p:nvSpPr>
        <p:spPr>
          <a:xfrm>
            <a:off x="0" y="614406"/>
            <a:ext cx="12192000" cy="624359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Gill Sans"/>
              <a:buNone/>
            </a:pPr>
            <a:r>
              <a:t/>
            </a:r>
            <a:endParaRPr b="0" i="0" sz="1800" u="none" cap="none" strike="noStrike">
              <a:solidFill>
                <a:srgbClr val="FFFFFF"/>
              </a:solidFill>
              <a:latin typeface="Gill Sans"/>
              <a:ea typeface="Gill Sans"/>
              <a:cs typeface="Gill Sans"/>
              <a:sym typeface="Gill Sans"/>
            </a:endParaRPr>
          </a:p>
        </p:txBody>
      </p:sp>
      <p:sp>
        <p:nvSpPr>
          <p:cNvPr id="106" name="Google Shape;106;p14"/>
          <p:cNvSpPr/>
          <p:nvPr/>
        </p:nvSpPr>
        <p:spPr>
          <a:xfrm>
            <a:off x="442377" y="614407"/>
            <a:ext cx="3707477" cy="5611772"/>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107" name="Google Shape;107;p14"/>
          <p:cNvSpPr txBox="1"/>
          <p:nvPr>
            <p:ph idx="1" type="body"/>
          </p:nvPr>
        </p:nvSpPr>
        <p:spPr>
          <a:xfrm>
            <a:off x="596348" y="701336"/>
            <a:ext cx="3389726" cy="5424255"/>
          </a:xfrm>
          <a:prstGeom prst="rect">
            <a:avLst/>
          </a:prstGeom>
          <a:noFill/>
          <a:ln>
            <a:noFill/>
          </a:ln>
        </p:spPr>
        <p:txBody>
          <a:bodyPr anchorCtr="0" anchor="ctr" bIns="45700" lIns="91425" spcFirstLastPara="1" rIns="91425" wrap="square" tIns="45700">
            <a:normAutofit lnSpcReduction="10000"/>
          </a:bodyPr>
          <a:lstStyle/>
          <a:p>
            <a:pPr indent="-306000" lvl="0" marL="306000" rtl="0" algn="l">
              <a:lnSpc>
                <a:spcPct val="100000"/>
              </a:lnSpc>
              <a:spcBef>
                <a:spcPts val="0"/>
              </a:spcBef>
              <a:spcAft>
                <a:spcPts val="0"/>
              </a:spcAft>
              <a:buSzPts val="1656"/>
              <a:buChar char="◼"/>
            </a:pPr>
            <a:r>
              <a:rPr lang="es-ES">
                <a:solidFill>
                  <a:schemeClr val="lt1"/>
                </a:solidFill>
              </a:rPr>
              <a:t>DESARROLLO</a:t>
            </a:r>
            <a:endParaRPr/>
          </a:p>
          <a:p>
            <a:pPr indent="-320020" lvl="1" marL="630000" rtl="0" algn="l">
              <a:lnSpc>
                <a:spcPct val="100000"/>
              </a:lnSpc>
              <a:spcBef>
                <a:spcPts val="872"/>
              </a:spcBef>
              <a:spcAft>
                <a:spcPts val="0"/>
              </a:spcAft>
              <a:buSzPts val="1472"/>
              <a:buChar char="◼"/>
            </a:pPr>
            <a:r>
              <a:rPr lang="es-ES">
                <a:solidFill>
                  <a:schemeClr val="lt1"/>
                </a:solidFill>
              </a:rPr>
              <a:t>OBJETIVO</a:t>
            </a:r>
            <a:endParaRPr/>
          </a:p>
          <a:p>
            <a:pPr indent="-320020" lvl="1" marL="630000" rtl="0" algn="l">
              <a:lnSpc>
                <a:spcPct val="100000"/>
              </a:lnSpc>
              <a:spcBef>
                <a:spcPts val="872"/>
              </a:spcBef>
              <a:spcAft>
                <a:spcPts val="0"/>
              </a:spcAft>
              <a:buSzPts val="1472"/>
              <a:buChar char="◼"/>
            </a:pPr>
            <a:r>
              <a:rPr lang="es-ES">
                <a:solidFill>
                  <a:schemeClr val="lt1"/>
                </a:solidFill>
              </a:rPr>
              <a:t>CREACIÓN DEL SERVIDOR SOAP EN JAVA</a:t>
            </a:r>
            <a:endParaRPr/>
          </a:p>
          <a:p>
            <a:pPr indent="-320020" lvl="1" marL="630000" rtl="0" algn="l">
              <a:lnSpc>
                <a:spcPct val="100000"/>
              </a:lnSpc>
              <a:spcBef>
                <a:spcPts val="872"/>
              </a:spcBef>
              <a:spcAft>
                <a:spcPts val="0"/>
              </a:spcAft>
              <a:buSzPts val="1472"/>
              <a:buChar char="◼"/>
            </a:pPr>
            <a:r>
              <a:rPr lang="es-ES" sz="1800">
                <a:solidFill>
                  <a:schemeClr val="lt1"/>
                </a:solidFill>
              </a:rPr>
              <a:t>CREACIÓN DEL PROYECTO – CLIENTE CONSOLA</a:t>
            </a:r>
            <a:endParaRPr/>
          </a:p>
          <a:p>
            <a:pPr indent="-320020" lvl="1" marL="630000" rtl="0" algn="l">
              <a:lnSpc>
                <a:spcPct val="100000"/>
              </a:lnSpc>
              <a:spcBef>
                <a:spcPts val="872"/>
              </a:spcBef>
              <a:spcAft>
                <a:spcPts val="0"/>
              </a:spcAft>
              <a:buSzPts val="1472"/>
              <a:buChar char="◼"/>
            </a:pPr>
            <a:r>
              <a:rPr lang="es-ES" sz="1800">
                <a:solidFill>
                  <a:schemeClr val="lt1"/>
                </a:solidFill>
              </a:rPr>
              <a:t>CREACIÓN DEL PROYECTO – CLIENTE ESCRITORIO</a:t>
            </a:r>
            <a:endParaRPr/>
          </a:p>
          <a:p>
            <a:pPr indent="-320020" lvl="1" marL="630000" rtl="0" algn="l">
              <a:lnSpc>
                <a:spcPct val="100000"/>
              </a:lnSpc>
              <a:spcBef>
                <a:spcPts val="872"/>
              </a:spcBef>
              <a:spcAft>
                <a:spcPts val="0"/>
              </a:spcAft>
              <a:buSzPts val="1472"/>
              <a:buChar char="◼"/>
            </a:pPr>
            <a:r>
              <a:rPr lang="es-ES" sz="1800">
                <a:solidFill>
                  <a:schemeClr val="lt1"/>
                </a:solidFill>
              </a:rPr>
              <a:t>CREACIÓN DEL PROYECTO – CLIENTE WEB</a:t>
            </a:r>
            <a:endParaRPr/>
          </a:p>
          <a:p>
            <a:pPr indent="-320020" lvl="1" marL="630000" rtl="0" algn="l">
              <a:lnSpc>
                <a:spcPct val="100000"/>
              </a:lnSpc>
              <a:spcBef>
                <a:spcPts val="872"/>
              </a:spcBef>
              <a:spcAft>
                <a:spcPts val="0"/>
              </a:spcAft>
              <a:buSzPts val="1472"/>
              <a:buChar char="◼"/>
            </a:pPr>
            <a:r>
              <a:rPr lang="es-ES" sz="1800">
                <a:solidFill>
                  <a:schemeClr val="lt1"/>
                </a:solidFill>
              </a:rPr>
              <a:t>CREACIÓN DEL PROYECTO – CLIENTE MÓVIL</a:t>
            </a:r>
            <a:endParaRPr/>
          </a:p>
          <a:p>
            <a:pPr indent="-306000" lvl="0" marL="306000" marR="0" rtl="0" algn="l">
              <a:lnSpc>
                <a:spcPct val="100000"/>
              </a:lnSpc>
              <a:spcBef>
                <a:spcPts val="906"/>
              </a:spcBef>
              <a:spcAft>
                <a:spcPts val="0"/>
              </a:spcAft>
              <a:buSzPts val="1656"/>
              <a:buChar char="◼"/>
            </a:pPr>
            <a:r>
              <a:rPr lang="es-ES">
                <a:solidFill>
                  <a:schemeClr val="lt1"/>
                </a:solidFill>
              </a:rPr>
              <a:t>CONCLUSIONES</a:t>
            </a:r>
            <a:endParaRPr/>
          </a:p>
          <a:p>
            <a:pPr indent="-306000" lvl="0" marL="306000" marR="0" rtl="0" algn="l">
              <a:lnSpc>
                <a:spcPct val="100000"/>
              </a:lnSpc>
              <a:spcBef>
                <a:spcPts val="906"/>
              </a:spcBef>
              <a:spcAft>
                <a:spcPts val="0"/>
              </a:spcAft>
              <a:buSzPts val="1656"/>
              <a:buChar char="◼"/>
            </a:pPr>
            <a:r>
              <a:rPr lang="es-ES">
                <a:solidFill>
                  <a:schemeClr val="lt1"/>
                </a:solidFill>
              </a:rPr>
              <a:t>RECOMENDACIONES</a:t>
            </a:r>
            <a:endParaRPr/>
          </a:p>
        </p:txBody>
      </p:sp>
      <p:pic>
        <p:nvPicPr>
          <p:cNvPr descr="Resultado de imagen para AGENDA PNG" id="108" name="Google Shape;108;p14"/>
          <p:cNvPicPr preferRelativeResize="0"/>
          <p:nvPr/>
        </p:nvPicPr>
        <p:blipFill rotWithShape="1">
          <a:blip r:embed="rId3">
            <a:alphaModFix/>
          </a:blip>
          <a:srcRect b="0" l="0" r="0" t="0"/>
          <a:stretch/>
        </p:blipFill>
        <p:spPr>
          <a:xfrm>
            <a:off x="4791522" y="1935576"/>
            <a:ext cx="6489819" cy="3007477"/>
          </a:xfrm>
          <a:prstGeom prst="rect">
            <a:avLst/>
          </a:prstGeom>
          <a:noFill/>
          <a:ln>
            <a:noFill/>
          </a:ln>
        </p:spPr>
      </p:pic>
      <p:sp>
        <p:nvSpPr>
          <p:cNvPr id="109" name="Google Shape;109;p14"/>
          <p:cNvSpPr txBox="1"/>
          <p:nvPr/>
        </p:nvSpPr>
        <p:spPr>
          <a:xfrm>
            <a:off x="11817675" y="6474048"/>
            <a:ext cx="374325"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Gill Sans"/>
              <a:buNone/>
            </a:pPr>
            <a:r>
              <a:rPr b="0" i="0" lang="es-ES" sz="2000" u="none" cap="none" strike="noStrike">
                <a:solidFill>
                  <a:srgbClr val="000000"/>
                </a:solidFill>
                <a:latin typeface="Gill Sans"/>
                <a:ea typeface="Gill Sans"/>
                <a:cs typeface="Gill Sans"/>
                <a:sym typeface="Gill Sans"/>
              </a:rPr>
              <a:t>2</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5"/>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115" name="Google Shape;115;p15"/>
          <p:cNvSpPr txBox="1"/>
          <p:nvPr>
            <p:ph idx="1" type="body"/>
          </p:nvPr>
        </p:nvSpPr>
        <p:spPr>
          <a:xfrm>
            <a:off x="581192" y="2180496"/>
            <a:ext cx="8589300" cy="3678300"/>
          </a:xfrm>
          <a:prstGeom prst="rect">
            <a:avLst/>
          </a:prstGeom>
          <a:noFill/>
          <a:ln>
            <a:noFill/>
          </a:ln>
        </p:spPr>
        <p:txBody>
          <a:bodyPr anchorCtr="0" anchor="ctr" bIns="45700" lIns="91425" spcFirstLastPara="1" rIns="91425" wrap="square" tIns="45700">
            <a:normAutofit/>
          </a:bodyPr>
          <a:lstStyle/>
          <a:p>
            <a:pPr indent="-342900" lvl="0" marL="342900" marR="0" rtl="0" algn="just">
              <a:lnSpc>
                <a:spcPct val="107000"/>
              </a:lnSpc>
              <a:spcBef>
                <a:spcPts val="0"/>
              </a:spcBef>
              <a:spcAft>
                <a:spcPts val="0"/>
              </a:spcAft>
              <a:buSzPts val="1656"/>
              <a:buChar char="∙"/>
            </a:pPr>
            <a:r>
              <a:rPr b="1" lang="es-ES" sz="1800">
                <a:latin typeface="Cambria"/>
                <a:ea typeface="Cambria"/>
                <a:cs typeface="Cambria"/>
                <a:sym typeface="Cambria"/>
              </a:rPr>
              <a:t>1.1	OBJETIVO GENERAL</a:t>
            </a:r>
            <a:endParaRPr b="1"/>
          </a:p>
          <a:p>
            <a:pPr indent="-237744" lvl="0" marL="342900" marR="0" rtl="0" algn="just">
              <a:lnSpc>
                <a:spcPct val="107000"/>
              </a:lnSpc>
              <a:spcBef>
                <a:spcPts val="0"/>
              </a:spcBef>
              <a:spcAft>
                <a:spcPts val="0"/>
              </a:spcAft>
              <a:buSzPts val="1656"/>
              <a:buFont typeface="Noto Sans Symbols"/>
              <a:buNone/>
            </a:pPr>
            <a:r>
              <a:t/>
            </a:r>
            <a:endParaRPr sz="1800">
              <a:latin typeface="Cambria"/>
              <a:ea typeface="Cambria"/>
              <a:cs typeface="Cambria"/>
              <a:sym typeface="Cambria"/>
            </a:endParaRPr>
          </a:p>
          <a:p>
            <a:pPr indent="-333756" lvl="0" marL="457200" rtl="0" algn="just">
              <a:lnSpc>
                <a:spcPct val="107000"/>
              </a:lnSpc>
              <a:spcBef>
                <a:spcPts val="0"/>
              </a:spcBef>
              <a:spcAft>
                <a:spcPts val="0"/>
              </a:spcAft>
              <a:buSzPts val="1656"/>
              <a:buChar char="∙"/>
            </a:pPr>
            <a:r>
              <a:rPr lang="es-ES" sz="1700">
                <a:latin typeface="Cambria"/>
                <a:ea typeface="Cambria"/>
                <a:cs typeface="Cambria"/>
                <a:sym typeface="Cambria"/>
              </a:rPr>
              <a:t>Desarrollar un manual de documentación que explique la construcción de un conversor de unidades (longitud y peso) basado en una arquitectura cliente-servidor, con patrón arquitectónico MVC, con clientes en escritorio, consola, web y móvil, y un servidor SOAP implementado en Java y alojado en Payara Server.</a:t>
            </a:r>
            <a:endParaRPr sz="1700">
              <a:latin typeface="Cambria"/>
              <a:ea typeface="Cambria"/>
              <a:cs typeface="Cambria"/>
              <a:sym typeface="Cambria"/>
            </a:endParaRPr>
          </a:p>
        </p:txBody>
      </p:sp>
      <p:sp>
        <p:nvSpPr>
          <p:cNvPr id="116" name="Google Shape;116;p15"/>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rgbClr val="FFFF00"/>
                </a:solidFill>
                <a:latin typeface="Gill Sans"/>
                <a:ea typeface="Gill Sans"/>
                <a:cs typeface="Gill Sans"/>
                <a:sym typeface="Gill Sans"/>
              </a:rPr>
              <a:t>DESARROLLO</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rgbClr val="FFFF00"/>
                </a:solidFill>
                <a:latin typeface="Gill Sans"/>
                <a:ea typeface="Gill Sans"/>
                <a:cs typeface="Gill Sans"/>
                <a:sym typeface="Gill Sans"/>
              </a:rPr>
              <a:t>OBJETIVO</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SERVIDOR SOAP</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CONSOLA</a:t>
            </a:r>
            <a:endParaRPr b="1" i="0" sz="1200" u="none" cap="none" strike="noStrike">
              <a:solidFill>
                <a:schemeClr val="lt1"/>
              </a:solidFill>
              <a:latin typeface="Gill Sans"/>
              <a:ea typeface="Gill Sans"/>
              <a:cs typeface="Gill Sans"/>
              <a:sym typeface="Gill Sans"/>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ESCRITORIO</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WEB</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MÓVIL</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CONCLUSIONES</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RECOMENDACIONES</a:t>
            </a:r>
            <a:endParaRPr b="0" i="0" sz="1400" u="none" cap="none" strike="noStrike">
              <a:solidFill>
                <a:srgbClr val="000000"/>
              </a:solidFill>
              <a:latin typeface="Arial"/>
              <a:ea typeface="Arial"/>
              <a:cs typeface="Arial"/>
              <a:sym typeface="Arial"/>
            </a:endParaRPr>
          </a:p>
          <a:p>
            <a:pPr indent="0" lvl="0" marL="457200" marR="0" rtl="0" algn="l">
              <a:lnSpc>
                <a:spcPct val="100000"/>
              </a:lnSpc>
              <a:spcBef>
                <a:spcPts val="84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5"/>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115" name="Google Shape;115;p15"/>
          <p:cNvSpPr txBox="1"/>
          <p:nvPr>
            <p:ph idx="1" type="body"/>
          </p:nvPr>
        </p:nvSpPr>
        <p:spPr>
          <a:xfrm>
            <a:off x="581192" y="2180496"/>
            <a:ext cx="8589300" cy="3678300"/>
          </a:xfrm>
          <a:prstGeom prst="rect">
            <a:avLst/>
          </a:prstGeom>
          <a:noFill/>
          <a:ln>
            <a:noFill/>
          </a:ln>
        </p:spPr>
        <p:txBody>
          <a:bodyPr anchorCtr="0" anchor="ctr" bIns="45700" lIns="91425" spcFirstLastPara="1" rIns="91425" wrap="square" tIns="45700">
            <a:normAutofit/>
          </a:bodyPr>
          <a:lstStyle/>
          <a:p>
            <a:pPr indent="-342900" lvl="0" marL="342900" marR="0" rtl="0" algn="just">
              <a:lnSpc>
                <a:spcPct val="107000"/>
              </a:lnSpc>
              <a:spcBef>
                <a:spcPts val="0"/>
              </a:spcBef>
              <a:spcAft>
                <a:spcPts val="0"/>
              </a:spcAft>
              <a:buSzPts val="1656"/>
              <a:buChar char="∙"/>
            </a:pPr>
            <a:r>
              <a:rPr b="1" lang="es-ES" sz="1800">
                <a:latin typeface="Cambria"/>
                <a:ea typeface="Cambria"/>
                <a:cs typeface="Cambria"/>
                <a:sym typeface="Cambria"/>
              </a:rPr>
              <a:t>1.2	OBJETIVOS ESPECÍFICOS</a:t>
            </a:r>
            <a:endParaRPr b="1"/>
          </a:p>
          <a:p>
            <a:pPr indent="-237744" lvl="0" marL="342900" marR="0" rtl="0" algn="just">
              <a:lnSpc>
                <a:spcPct val="107000"/>
              </a:lnSpc>
              <a:spcBef>
                <a:spcPts val="0"/>
              </a:spcBef>
              <a:spcAft>
                <a:spcPts val="0"/>
              </a:spcAft>
              <a:buSzPts val="1656"/>
              <a:buFont typeface="Noto Sans Symbols"/>
              <a:buNone/>
            </a:pPr>
            <a:r>
              <a:t/>
            </a:r>
            <a:endParaRPr sz="1800">
              <a:latin typeface="Cambria"/>
              <a:ea typeface="Cambria"/>
              <a:cs typeface="Cambria"/>
              <a:sym typeface="Cambria"/>
            </a:endParaRPr>
          </a:p>
          <a:p>
            <a:pPr indent="-333756" lvl="0" marL="457200" rtl="0" algn="just">
              <a:lnSpc>
                <a:spcPct val="107000"/>
              </a:lnSpc>
              <a:spcBef>
                <a:spcPts val="0"/>
              </a:spcBef>
              <a:spcAft>
                <a:spcPts val="0"/>
              </a:spcAft>
              <a:buSzPts val="1656"/>
              <a:buChar char="∙"/>
            </a:pPr>
            <a:r>
              <a:rPr lang="es-ES" sz="1500">
                <a:latin typeface="Cambria"/>
                <a:ea typeface="Cambria"/>
                <a:cs typeface="Cambria"/>
                <a:sym typeface="Cambria"/>
              </a:rPr>
              <a:t>Describir detalladamente el diseño e implementación del servicio SOAP utilizando la especificación JAX-WS integrada en un servidor Payara, incluyendo la generación automática del contrato WSDL.</a:t>
            </a:r>
            <a:endParaRPr sz="1500">
              <a:latin typeface="Cambria"/>
              <a:ea typeface="Cambria"/>
              <a:cs typeface="Cambria"/>
              <a:sym typeface="Cambria"/>
            </a:endParaRPr>
          </a:p>
          <a:p>
            <a:pPr indent="-237744" lvl="0" marL="342900" marR="0" rtl="0" algn="just">
              <a:lnSpc>
                <a:spcPct val="107000"/>
              </a:lnSpc>
              <a:spcBef>
                <a:spcPts val="0"/>
              </a:spcBef>
              <a:spcAft>
                <a:spcPts val="0"/>
              </a:spcAft>
              <a:buSzPts val="1656"/>
              <a:buFont typeface="Noto Sans Symbols"/>
              <a:buNone/>
            </a:pPr>
            <a:r>
              <a:t/>
            </a:r>
            <a:endParaRPr sz="1800">
              <a:latin typeface="Cambria"/>
              <a:ea typeface="Cambria"/>
              <a:cs typeface="Cambria"/>
              <a:sym typeface="Cambria"/>
            </a:endParaRPr>
          </a:p>
          <a:p>
            <a:pPr indent="-333756" lvl="0" marL="457200" rtl="0" algn="just">
              <a:lnSpc>
                <a:spcPct val="107000"/>
              </a:lnSpc>
              <a:spcBef>
                <a:spcPts val="0"/>
              </a:spcBef>
              <a:spcAft>
                <a:spcPts val="0"/>
              </a:spcAft>
              <a:buSzPts val="1656"/>
              <a:buChar char="∙"/>
            </a:pPr>
            <a:r>
              <a:rPr lang="es-ES" sz="1500">
                <a:latin typeface="Cambria"/>
                <a:ea typeface="Cambria"/>
                <a:cs typeface="Cambria"/>
                <a:sym typeface="Cambria"/>
              </a:rPr>
              <a:t>Proporcionar guías para el desarrollo de aplicaciones cliente en múltiples plataformas (escritorio, consola, web y móvil), detallando el proceso de consumo del servicio y comunicación con el servidor.</a:t>
            </a:r>
            <a:endParaRPr sz="1500">
              <a:latin typeface="Cambria"/>
              <a:ea typeface="Cambria"/>
              <a:cs typeface="Cambria"/>
              <a:sym typeface="Cambria"/>
            </a:endParaRPr>
          </a:p>
          <a:p>
            <a:pPr indent="-237744" lvl="0" marL="342900" marR="0" rtl="0" algn="just">
              <a:lnSpc>
                <a:spcPct val="107000"/>
              </a:lnSpc>
              <a:spcBef>
                <a:spcPts val="0"/>
              </a:spcBef>
              <a:spcAft>
                <a:spcPts val="0"/>
              </a:spcAft>
              <a:buSzPts val="1656"/>
              <a:buFont typeface="Noto Sans Symbols"/>
              <a:buNone/>
            </a:pPr>
            <a:r>
              <a:t/>
            </a:r>
            <a:endParaRPr sz="1800">
              <a:latin typeface="Cambria"/>
              <a:ea typeface="Cambria"/>
              <a:cs typeface="Cambria"/>
              <a:sym typeface="Cambria"/>
            </a:endParaRPr>
          </a:p>
          <a:p>
            <a:pPr indent="-333756" lvl="0" marL="457200" rtl="0" algn="just">
              <a:lnSpc>
                <a:spcPct val="107000"/>
              </a:lnSpc>
              <a:spcBef>
                <a:spcPts val="0"/>
              </a:spcBef>
              <a:spcAft>
                <a:spcPts val="0"/>
              </a:spcAft>
              <a:buSzPts val="1656"/>
              <a:buChar char="∙"/>
            </a:pPr>
            <a:r>
              <a:rPr lang="es-ES" sz="1500">
                <a:latin typeface="Cambria"/>
                <a:ea typeface="Cambria"/>
                <a:cs typeface="Cambria"/>
                <a:sym typeface="Cambria"/>
              </a:rPr>
              <a:t>Explicar los fundamentos de la arquitectura SOA y las ventajas de utilizar un servidor Payara, destacando su capacidad para gestionar la interoperabilidad, la seguridad y el intercambio de datos estructurados entre sistemas heterogéneos.</a:t>
            </a:r>
            <a:endParaRPr sz="1500">
              <a:latin typeface="Cambria"/>
              <a:ea typeface="Cambria"/>
              <a:cs typeface="Cambria"/>
              <a:sym typeface="Cambria"/>
            </a:endParaRPr>
          </a:p>
        </p:txBody>
      </p:sp>
      <p:sp>
        <p:nvSpPr>
          <p:cNvPr id="116" name="Google Shape;116;p15"/>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rgbClr val="FFFF00"/>
                </a:solidFill>
                <a:latin typeface="Gill Sans"/>
                <a:ea typeface="Gill Sans"/>
                <a:cs typeface="Gill Sans"/>
                <a:sym typeface="Gill Sans"/>
              </a:rPr>
              <a:t>DESARROLLO</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rgbClr val="FFFF00"/>
                </a:solidFill>
                <a:latin typeface="Gill Sans"/>
                <a:ea typeface="Gill Sans"/>
                <a:cs typeface="Gill Sans"/>
                <a:sym typeface="Gill Sans"/>
              </a:rPr>
              <a:t>OBJETIVO</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SERVIDOR SOAP</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CONSOLA</a:t>
            </a:r>
            <a:endParaRPr b="1" i="0" sz="1200" u="none" cap="none" strike="noStrike">
              <a:solidFill>
                <a:schemeClr val="lt1"/>
              </a:solidFill>
              <a:latin typeface="Gill Sans"/>
              <a:ea typeface="Gill Sans"/>
              <a:cs typeface="Gill Sans"/>
              <a:sym typeface="Gill Sans"/>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ESCRITORIO</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WEB</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MÓVIL</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CONCLUSIONES</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RECOMENDACIONES</a:t>
            </a:r>
            <a:endParaRPr b="0" i="0" sz="1400" u="none" cap="none" strike="noStrike">
              <a:solidFill>
                <a:srgbClr val="000000"/>
              </a:solidFill>
              <a:latin typeface="Arial"/>
              <a:ea typeface="Arial"/>
              <a:cs typeface="Arial"/>
              <a:sym typeface="Arial"/>
            </a:endParaRPr>
          </a:p>
          <a:p>
            <a:pPr indent="0" lvl="0" marL="457200" marR="0" rtl="0" algn="l">
              <a:lnSpc>
                <a:spcPct val="100000"/>
              </a:lnSpc>
              <a:spcBef>
                <a:spcPts val="84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6"/>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p:nvPr>
            <p:ph idx="1" type="body"/>
          </p:nvPr>
        </p:nvSpPr>
        <p:spPr>
          <a:xfrm>
            <a:off x="581200" y="1850000"/>
            <a:ext cx="8589300" cy="1650000"/>
          </a:xfrm>
          <a:prstGeom prst="rect">
            <a:avLst/>
          </a:prstGeom>
          <a:noFill/>
          <a:ln>
            <a:noFill/>
          </a:ln>
        </p:spPr>
        <p:txBody>
          <a:bodyPr anchorCtr="0" anchor="ctr" bIns="45700" lIns="91425" spcFirstLastPara="1" rIns="91425" wrap="square" tIns="45700">
            <a:normAutofit/>
          </a:bodyPr>
          <a:lstStyle/>
          <a:p>
            <a:pPr indent="-342900" lvl="0" marL="342900" marR="0" rtl="0" algn="just">
              <a:lnSpc>
                <a:spcPct val="107000"/>
              </a:lnSpc>
              <a:spcBef>
                <a:spcPts val="0"/>
              </a:spcBef>
              <a:spcAft>
                <a:spcPts val="0"/>
              </a:spcAft>
              <a:buSzPts val="1785"/>
              <a:buChar char="∙"/>
            </a:pPr>
            <a:r>
              <a:rPr b="1" lang="es-ES" sz="1929">
                <a:latin typeface="Cambria"/>
                <a:ea typeface="Cambria"/>
                <a:cs typeface="Cambria"/>
                <a:sym typeface="Cambria"/>
              </a:rPr>
              <a:t>Paso 1 – Servidor Payara</a:t>
            </a:r>
            <a:endParaRPr b="1" sz="1929">
              <a:latin typeface="Cambria"/>
              <a:ea typeface="Cambria"/>
              <a:cs typeface="Cambria"/>
              <a:sym typeface="Cambria"/>
            </a:endParaRPr>
          </a:p>
          <a:p>
            <a:pPr indent="0" lvl="0" marL="0" marR="0" rtl="0" algn="just">
              <a:lnSpc>
                <a:spcPct val="107000"/>
              </a:lnSpc>
              <a:spcBef>
                <a:spcPts val="0"/>
              </a:spcBef>
              <a:spcAft>
                <a:spcPts val="0"/>
              </a:spcAft>
              <a:buSzPts val="1948"/>
              <a:buNone/>
            </a:pPr>
            <a:r>
              <a:t/>
            </a:r>
            <a:endParaRPr>
              <a:latin typeface="Cambria"/>
              <a:ea typeface="Cambria"/>
              <a:cs typeface="Cambria"/>
              <a:sym typeface="Cambria"/>
            </a:endParaRPr>
          </a:p>
          <a:p>
            <a:pPr indent="-342900" lvl="0" marL="342900" marR="0" rtl="0" algn="just">
              <a:lnSpc>
                <a:spcPct val="107000"/>
              </a:lnSpc>
              <a:spcBef>
                <a:spcPts val="0"/>
              </a:spcBef>
              <a:spcAft>
                <a:spcPts val="0"/>
              </a:spcAft>
              <a:buSzPts val="1656"/>
              <a:buFont typeface="Noto Sans Symbols"/>
              <a:buChar char="∙"/>
            </a:pPr>
            <a:r>
              <a:rPr lang="es-ES" sz="1800">
                <a:latin typeface="Cambria"/>
                <a:ea typeface="Cambria"/>
                <a:cs typeface="Cambria"/>
                <a:sym typeface="Cambria"/>
              </a:rPr>
              <a:t>En primer lugar, en NetBeans 29, en la sección de Servicios se crea un servidor, específicamente Payara.</a:t>
            </a:r>
            <a:endParaRPr sz="1800">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MÓVIL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pic>
        <p:nvPicPr>
          <p:cNvPr id="2001" name="Imagen 2001"/>
          <p:cNvPicPr preferRelativeResize="0"/>
          <p:nvPr/>
        </p:nvPicPr>
        <p:blipFill>
          <a:blip r:embed="rId10">
            <a:alphaModFix/>
          </a:blip>
          <a:stretch>
            <a:fillRect/>
          </a:stretch>
        </p:blipFill>
        <p:spPr>
          <a:xfrm>
            <a:off x="2737626" y="3600000"/>
            <a:ext cx="4276146" cy="2950000"/>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6"/>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p:nvPr>
            <p:ph idx="1" type="body"/>
          </p:nvPr>
        </p:nvSpPr>
        <p:spPr>
          <a:xfrm>
            <a:off x="581200" y="1850000"/>
            <a:ext cx="8589300" cy="1650000"/>
          </a:xfrm>
          <a:prstGeom prst="rect">
            <a:avLst/>
          </a:prstGeom>
          <a:noFill/>
          <a:ln>
            <a:noFill/>
          </a:ln>
        </p:spPr>
        <p:txBody>
          <a:bodyPr anchorCtr="0" anchor="ctr" bIns="45700" lIns="91425" spcFirstLastPara="1" rIns="91425" wrap="square" tIns="45700">
            <a:normAutofit/>
          </a:bodyPr>
          <a:lstStyle/>
          <a:p>
            <a:pPr indent="-342900" lvl="0" marL="342900" marR="0" rtl="0" algn="just">
              <a:lnSpc>
                <a:spcPct val="107000"/>
              </a:lnSpc>
              <a:spcBef>
                <a:spcPts val="0"/>
              </a:spcBef>
              <a:spcAft>
                <a:spcPts val="0"/>
              </a:spcAft>
              <a:buSzPts val="1785"/>
              <a:buChar char="∙"/>
            </a:pPr>
            <a:r>
              <a:rPr b="1" lang="es-ES" sz="1929">
                <a:latin typeface="Cambria"/>
                <a:ea typeface="Cambria"/>
                <a:cs typeface="Cambria"/>
                <a:sym typeface="Cambria"/>
              </a:rPr>
              <a:t>Paso 2 – Configuración básica</a:t>
            </a:r>
            <a:endParaRPr b="1" sz="1929">
              <a:latin typeface="Cambria"/>
              <a:ea typeface="Cambria"/>
              <a:cs typeface="Cambria"/>
              <a:sym typeface="Cambria"/>
            </a:endParaRPr>
          </a:p>
          <a:p>
            <a:pPr indent="0" lvl="0" marL="0" marR="0" rtl="0" algn="just">
              <a:lnSpc>
                <a:spcPct val="107000"/>
              </a:lnSpc>
              <a:spcBef>
                <a:spcPts val="0"/>
              </a:spcBef>
              <a:spcAft>
                <a:spcPts val="0"/>
              </a:spcAft>
              <a:buSzPts val="1948"/>
              <a:buNone/>
            </a:pPr>
            <a:r>
              <a:t/>
            </a:r>
            <a:endParaRPr>
              <a:latin typeface="Cambria"/>
              <a:ea typeface="Cambria"/>
              <a:cs typeface="Cambria"/>
              <a:sym typeface="Cambria"/>
            </a:endParaRPr>
          </a:p>
          <a:p>
            <a:pPr indent="-342900" lvl="0" marL="342900" marR="0" rtl="0" algn="just">
              <a:lnSpc>
                <a:spcPct val="107000"/>
              </a:lnSpc>
              <a:spcBef>
                <a:spcPts val="0"/>
              </a:spcBef>
              <a:spcAft>
                <a:spcPts val="0"/>
              </a:spcAft>
              <a:buSzPts val="1656"/>
              <a:buFont typeface="Noto Sans Symbols"/>
              <a:buChar char="∙"/>
            </a:pPr>
            <a:r>
              <a:rPr lang="es-ES" sz="1800">
                <a:latin typeface="Cambria"/>
                <a:ea typeface="Cambria"/>
                <a:cs typeface="Cambria"/>
                <a:sym typeface="Cambria"/>
              </a:rPr>
              <a:t>Se selecciona la versión 7.2026.4, se aceptan los términos de condiciones y se selecciona un directorio donde instalar el servidor.</a:t>
            </a:r>
            <a:endParaRPr sz="1800">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MÓVIL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pic>
        <p:nvPicPr>
          <p:cNvPr id="2002" name="Imagen 2002"/>
          <p:cNvPicPr preferRelativeResize="0"/>
          <p:nvPr/>
        </p:nvPicPr>
        <p:blipFill>
          <a:blip r:embed="rId10">
            <a:alphaModFix/>
          </a:blip>
          <a:stretch>
            <a:fillRect/>
          </a:stretch>
        </p:blipFill>
        <p:spPr>
          <a:xfrm>
            <a:off x="2770472" y="3600000"/>
            <a:ext cx="4210454" cy="2950000"/>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6"/>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p:nvPr>
            <p:ph idx="1" type="body"/>
          </p:nvPr>
        </p:nvSpPr>
        <p:spPr>
          <a:xfrm>
            <a:off x="581200" y="1850000"/>
            <a:ext cx="8589300" cy="1650000"/>
          </a:xfrm>
          <a:prstGeom prst="rect">
            <a:avLst/>
          </a:prstGeom>
          <a:noFill/>
          <a:ln>
            <a:noFill/>
          </a:ln>
        </p:spPr>
        <p:txBody>
          <a:bodyPr anchorCtr="0" anchor="ctr" bIns="45700" lIns="91425" spcFirstLastPara="1" rIns="91425" wrap="square" tIns="45700">
            <a:normAutofit/>
          </a:bodyPr>
          <a:lstStyle/>
          <a:p>
            <a:pPr indent="-342900" lvl="0" marL="342900" marR="0" rtl="0" algn="just">
              <a:lnSpc>
                <a:spcPct val="107000"/>
              </a:lnSpc>
              <a:spcBef>
                <a:spcPts val="0"/>
              </a:spcBef>
              <a:spcAft>
                <a:spcPts val="0"/>
              </a:spcAft>
              <a:buSzPts val="1785"/>
              <a:buChar char="∙"/>
            </a:pPr>
            <a:r>
              <a:rPr b="1" lang="es-ES" sz="1929">
                <a:latin typeface="Cambria"/>
                <a:ea typeface="Cambria"/>
                <a:cs typeface="Cambria"/>
                <a:sym typeface="Cambria"/>
              </a:rPr>
              <a:t>Paso 3 – Configuración avanzada</a:t>
            </a:r>
            <a:endParaRPr b="1" sz="1929">
              <a:latin typeface="Cambria"/>
              <a:ea typeface="Cambria"/>
              <a:cs typeface="Cambria"/>
              <a:sym typeface="Cambria"/>
            </a:endParaRPr>
          </a:p>
          <a:p>
            <a:pPr indent="0" lvl="0" marL="0" marR="0" rtl="0" algn="just">
              <a:lnSpc>
                <a:spcPct val="107000"/>
              </a:lnSpc>
              <a:spcBef>
                <a:spcPts val="0"/>
              </a:spcBef>
              <a:spcAft>
                <a:spcPts val="0"/>
              </a:spcAft>
              <a:buSzPts val="1948"/>
              <a:buNone/>
            </a:pPr>
            <a:r>
              <a:t/>
            </a:r>
            <a:endParaRPr>
              <a:latin typeface="Cambria"/>
              <a:ea typeface="Cambria"/>
              <a:cs typeface="Cambria"/>
              <a:sym typeface="Cambria"/>
            </a:endParaRPr>
          </a:p>
          <a:p>
            <a:pPr indent="-342900" lvl="0" marL="342900" marR="0" rtl="0" algn="just">
              <a:lnSpc>
                <a:spcPct val="107000"/>
              </a:lnSpc>
              <a:spcBef>
                <a:spcPts val="0"/>
              </a:spcBef>
              <a:spcAft>
                <a:spcPts val="0"/>
              </a:spcAft>
              <a:buSzPts val="1656"/>
              <a:buFont typeface="Noto Sans Symbols"/>
              <a:buChar char="∙"/>
            </a:pPr>
            <a:r>
              <a:rPr lang="es-ES" sz="1600">
                <a:latin typeface="Cambria"/>
                <a:ea typeface="Cambria"/>
                <a:cs typeface="Cambria"/>
                <a:sym typeface="Cambria"/>
              </a:rPr>
              <a:t>Para terminar la configuración del servidor de Payara se configura un nombre de dominio, un host (en nuestro caso, loopback) y se cambian los puertos si se desea.</a:t>
            </a:r>
            <a:endParaRPr sz="1600">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MÓVIL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pic>
        <p:nvPicPr>
          <p:cNvPr id="2003" name="Imagen 2003"/>
          <p:cNvPicPr preferRelativeResize="0"/>
          <p:nvPr/>
        </p:nvPicPr>
        <p:blipFill>
          <a:blip r:embed="rId10">
            <a:alphaModFix/>
          </a:blip>
          <a:stretch>
            <a:fillRect/>
          </a:stretch>
        </p:blipFill>
        <p:spPr>
          <a:xfrm>
            <a:off x="2981337" y="3600000"/>
            <a:ext cx="3788725" cy="2950000"/>
          </a:xfrm>
          <a:prstGeom prst="rect">
            <a:avLst/>
          </a:prstGeom>
          <a:noFill/>
          <a:ln>
            <a:noFill/>
          </a:ln>
        </p:spPr>
      </p:pic>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6"/>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p:nvPr>
            <p:ph idx="1" type="body"/>
          </p:nvPr>
        </p:nvSpPr>
        <p:spPr>
          <a:xfrm>
            <a:off x="581200" y="1850000"/>
            <a:ext cx="8589300" cy="1650000"/>
          </a:xfrm>
          <a:prstGeom prst="rect">
            <a:avLst/>
          </a:prstGeom>
          <a:noFill/>
          <a:ln>
            <a:noFill/>
          </a:ln>
        </p:spPr>
        <p:txBody>
          <a:bodyPr anchorCtr="0" anchor="ctr" bIns="45700" lIns="91425" spcFirstLastPara="1" rIns="91425" wrap="square" tIns="45700">
            <a:normAutofit/>
          </a:bodyPr>
          <a:lstStyle/>
          <a:p>
            <a:pPr indent="-342900" lvl="0" marL="342900" marR="0" rtl="0" algn="just">
              <a:lnSpc>
                <a:spcPct val="107000"/>
              </a:lnSpc>
              <a:spcBef>
                <a:spcPts val="0"/>
              </a:spcBef>
              <a:spcAft>
                <a:spcPts val="0"/>
              </a:spcAft>
              <a:buSzPts val="1785"/>
              <a:buChar char="∙"/>
            </a:pPr>
            <a:r>
              <a:rPr b="1" lang="es-ES" sz="1929">
                <a:latin typeface="Cambria"/>
                <a:ea typeface="Cambria"/>
                <a:cs typeface="Cambria"/>
                <a:sym typeface="Cambria"/>
              </a:rPr>
              <a:t>Paso 4 – Creación del proyecto</a:t>
            </a:r>
            <a:endParaRPr b="1" sz="1929">
              <a:latin typeface="Cambria"/>
              <a:ea typeface="Cambria"/>
              <a:cs typeface="Cambria"/>
              <a:sym typeface="Cambria"/>
            </a:endParaRPr>
          </a:p>
          <a:p>
            <a:pPr indent="0" lvl="0" marL="0" marR="0" rtl="0" algn="just">
              <a:lnSpc>
                <a:spcPct val="107000"/>
              </a:lnSpc>
              <a:spcBef>
                <a:spcPts val="0"/>
              </a:spcBef>
              <a:spcAft>
                <a:spcPts val="0"/>
              </a:spcAft>
              <a:buSzPts val="1948"/>
              <a:buNone/>
            </a:pPr>
            <a:r>
              <a:t/>
            </a:r>
            <a:endParaRPr>
              <a:latin typeface="Cambria"/>
              <a:ea typeface="Cambria"/>
              <a:cs typeface="Cambria"/>
              <a:sym typeface="Cambria"/>
            </a:endParaRPr>
          </a:p>
          <a:p>
            <a:pPr indent="-342900" lvl="0" marL="342900" marR="0" rtl="0" algn="just">
              <a:lnSpc>
                <a:spcPct val="107000"/>
              </a:lnSpc>
              <a:spcBef>
                <a:spcPts val="0"/>
              </a:spcBef>
              <a:spcAft>
                <a:spcPts val="0"/>
              </a:spcAft>
              <a:buSzPts val="1656"/>
              <a:buFont typeface="Noto Sans Symbols"/>
              <a:buChar char="∙"/>
            </a:pPr>
            <a:r>
              <a:rPr lang="es-ES" sz="1800">
                <a:latin typeface="Cambria"/>
                <a:ea typeface="Cambria"/>
                <a:cs typeface="Cambria"/>
                <a:sym typeface="Cambria"/>
              </a:rPr>
              <a:t>Una vez creado el servidor, se crea un proyecto Java, Web Application.</a:t>
            </a:r>
            <a:endParaRPr sz="1800">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MÓVIL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pic>
        <p:nvPicPr>
          <p:cNvPr id="2004" name="Imagen 2004"/>
          <p:cNvPicPr preferRelativeResize="0"/>
          <p:nvPr/>
        </p:nvPicPr>
        <p:blipFill>
          <a:blip r:embed="rId10">
            <a:alphaModFix/>
          </a:blip>
          <a:stretch>
            <a:fillRect/>
          </a:stretch>
        </p:blipFill>
        <p:spPr>
          <a:xfrm>
            <a:off x="2720628" y="3600000"/>
            <a:ext cx="4310143" cy="2950000"/>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6"/>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p:nvPr>
            <p:ph idx="1" type="body"/>
          </p:nvPr>
        </p:nvSpPr>
        <p:spPr>
          <a:xfrm>
            <a:off x="581200" y="1850000"/>
            <a:ext cx="8589300" cy="1650000"/>
          </a:xfrm>
          <a:prstGeom prst="rect">
            <a:avLst/>
          </a:prstGeom>
          <a:noFill/>
          <a:ln>
            <a:noFill/>
          </a:ln>
        </p:spPr>
        <p:txBody>
          <a:bodyPr anchorCtr="0" anchor="ctr" bIns="45700" lIns="91425" spcFirstLastPara="1" rIns="91425" wrap="square" tIns="45700">
            <a:normAutofit/>
          </a:bodyPr>
          <a:lstStyle/>
          <a:p>
            <a:pPr indent="-342900" lvl="0" marL="342900" marR="0" rtl="0" algn="just">
              <a:lnSpc>
                <a:spcPct val="107000"/>
              </a:lnSpc>
              <a:spcBef>
                <a:spcPts val="0"/>
              </a:spcBef>
              <a:spcAft>
                <a:spcPts val="0"/>
              </a:spcAft>
              <a:buSzPts val="1785"/>
              <a:buChar char="∙"/>
            </a:pPr>
            <a:r>
              <a:rPr b="1" lang="es-ES" sz="1929">
                <a:latin typeface="Cambria"/>
                <a:ea typeface="Cambria"/>
                <a:cs typeface="Cambria"/>
                <a:sym typeface="Cambria"/>
              </a:rPr>
              <a:t>Pasos 5 y 6 – Nombre y servidor del proyecto</a:t>
            </a:r>
            <a:endParaRPr b="1" sz="1929">
              <a:latin typeface="Cambria"/>
              <a:ea typeface="Cambria"/>
              <a:cs typeface="Cambria"/>
              <a:sym typeface="Cambria"/>
            </a:endParaRPr>
          </a:p>
          <a:p>
            <a:pPr indent="0" lvl="0" marL="0" marR="0" rtl="0" algn="just">
              <a:lnSpc>
                <a:spcPct val="107000"/>
              </a:lnSpc>
              <a:spcBef>
                <a:spcPts val="0"/>
              </a:spcBef>
              <a:spcAft>
                <a:spcPts val="0"/>
              </a:spcAft>
              <a:buSzPts val="1948"/>
              <a:buNone/>
            </a:pPr>
            <a:r>
              <a:t/>
            </a:r>
            <a:endParaRPr>
              <a:latin typeface="Cambria"/>
              <a:ea typeface="Cambria"/>
              <a:cs typeface="Cambria"/>
              <a:sym typeface="Cambria"/>
            </a:endParaRPr>
          </a:p>
          <a:p>
            <a:pPr indent="-342900" lvl="0" marL="342900" marR="0" rtl="0" algn="just">
              <a:lnSpc>
                <a:spcPct val="107000"/>
              </a:lnSpc>
              <a:spcBef>
                <a:spcPts val="0"/>
              </a:spcBef>
              <a:spcAft>
                <a:spcPts val="0"/>
              </a:spcAft>
              <a:buSzPts val="1656"/>
              <a:buFont typeface="Noto Sans Symbols"/>
              <a:buChar char="∙"/>
            </a:pPr>
            <a:r>
              <a:rPr lang="es-ES" sz="1800">
                <a:latin typeface="Cambria"/>
                <a:ea typeface="Cambria"/>
                <a:cs typeface="Cambria"/>
                <a:sym typeface="Cambria"/>
              </a:rPr>
              <a:t>Se aplica el nombre del proyecto como ‘WS_CON_UNI_JAVA_SOAP’, y se configura el grupo como ‘ec.edu.monster’.</a:t>
            </a:r>
            <a:endParaRPr sz="1800">
              <a:latin typeface="Cambria"/>
              <a:ea typeface="Cambria"/>
              <a:cs typeface="Cambria"/>
              <a:sym typeface="Cambria"/>
            </a:endParaRPr>
          </a:p>
          <a:p>
            <a:pPr indent="-342900" lvl="0" marL="342900" marR="0" rtl="0" algn="just">
              <a:lnSpc>
                <a:spcPct val="107000"/>
              </a:lnSpc>
              <a:spcBef>
                <a:spcPts val="0"/>
              </a:spcBef>
              <a:spcAft>
                <a:spcPts val="0"/>
              </a:spcAft>
              <a:buSzPts val="1656"/>
              <a:buFont typeface="Noto Sans Symbols"/>
              <a:buChar char="∙"/>
            </a:pPr>
            <a:r>
              <a:rPr lang="es-ES" sz="1800">
                <a:latin typeface="Cambria"/>
                <a:ea typeface="Cambria"/>
                <a:cs typeface="Cambria"/>
                <a:sym typeface="Cambria"/>
              </a:rPr>
              <a:t>Se selecciona nuestro Servidor Payara creado y Jakarta EE 11 como conjunto de desarrollo de aplicaciones Java.</a:t>
            </a:r>
            <a:endParaRPr sz="1800">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MÓVIL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pic>
        <p:nvPicPr>
          <p:cNvPr id="2005" name="Imagen 2005"/>
          <p:cNvPicPr preferRelativeResize="0"/>
          <p:nvPr/>
        </p:nvPicPr>
        <p:blipFill>
          <a:blip r:embed="rId10">
            <a:alphaModFix/>
          </a:blip>
          <a:stretch>
            <a:fillRect/>
          </a:stretch>
        </p:blipFill>
        <p:spPr>
          <a:xfrm>
            <a:off x="581200" y="3633190"/>
            <a:ext cx="4219500" cy="2883619"/>
          </a:xfrm>
          <a:prstGeom prst="rect">
            <a:avLst/>
          </a:prstGeom>
          <a:noFill/>
          <a:ln>
            <a:noFill/>
          </a:ln>
        </p:spPr>
      </p:pic>
      <p:pic>
        <p:nvPicPr>
          <p:cNvPr id="2006" name="Imagen 2006"/>
          <p:cNvPicPr preferRelativeResize="0"/>
          <p:nvPr/>
        </p:nvPicPr>
        <p:blipFill>
          <a:blip r:embed="rId11">
            <a:alphaModFix/>
          </a:blip>
          <a:stretch>
            <a:fillRect/>
          </a:stretch>
        </p:blipFill>
        <p:spPr>
          <a:xfrm>
            <a:off x="4950700" y="3627305"/>
            <a:ext cx="4219500" cy="2895389"/>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6"/>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p:nvPr>
            <p:ph idx="1" type="body"/>
          </p:nvPr>
        </p:nvSpPr>
        <p:spPr>
          <a:xfrm>
            <a:off x="581200" y="1850000"/>
            <a:ext cx="8589300" cy="1650000"/>
          </a:xfrm>
          <a:prstGeom prst="rect">
            <a:avLst/>
          </a:prstGeom>
          <a:noFill/>
          <a:ln>
            <a:noFill/>
          </a:ln>
        </p:spPr>
        <p:txBody>
          <a:bodyPr anchorCtr="0" anchor="ctr" bIns="45700" lIns="91425" spcFirstLastPara="1" rIns="91425" wrap="square" tIns="45700">
            <a:normAutofit/>
          </a:bodyPr>
          <a:lstStyle/>
          <a:p>
            <a:pPr indent="-342900" lvl="0" marL="342900" marR="0" rtl="0" algn="just">
              <a:lnSpc>
                <a:spcPct val="107000"/>
              </a:lnSpc>
              <a:spcBef>
                <a:spcPts val="0"/>
              </a:spcBef>
              <a:spcAft>
                <a:spcPts val="0"/>
              </a:spcAft>
              <a:buSzPts val="1785"/>
              <a:buChar char="∙"/>
            </a:pPr>
            <a:r>
              <a:rPr b="1" lang="es-ES" sz="1929">
                <a:latin typeface="Cambria"/>
                <a:ea typeface="Cambria"/>
                <a:cs typeface="Cambria"/>
                <a:sym typeface="Cambria"/>
              </a:rPr>
              <a:t>Paso 7 – Estructura MVC</a:t>
            </a:r>
            <a:endParaRPr b="1" sz="1929">
              <a:latin typeface="Cambria"/>
              <a:ea typeface="Cambria"/>
              <a:cs typeface="Cambria"/>
              <a:sym typeface="Cambria"/>
            </a:endParaRPr>
          </a:p>
          <a:p>
            <a:pPr indent="0" lvl="0" marL="0" marR="0" rtl="0" algn="just">
              <a:lnSpc>
                <a:spcPct val="107000"/>
              </a:lnSpc>
              <a:spcBef>
                <a:spcPts val="0"/>
              </a:spcBef>
              <a:spcAft>
                <a:spcPts val="0"/>
              </a:spcAft>
              <a:buSzPts val="1948"/>
              <a:buNone/>
            </a:pPr>
            <a:r>
              <a:t/>
            </a:r>
            <a:endParaRPr>
              <a:latin typeface="Cambria"/>
              <a:ea typeface="Cambria"/>
              <a:cs typeface="Cambria"/>
              <a:sym typeface="Cambria"/>
            </a:endParaRPr>
          </a:p>
          <a:p>
            <a:pPr indent="-342900" lvl="0" marL="342900" marR="0" rtl="0" algn="just">
              <a:lnSpc>
                <a:spcPct val="107000"/>
              </a:lnSpc>
              <a:spcBef>
                <a:spcPts val="0"/>
              </a:spcBef>
              <a:spcAft>
                <a:spcPts val="0"/>
              </a:spcAft>
              <a:buSzPts val="1656"/>
              <a:buFont typeface="Noto Sans Symbols"/>
              <a:buChar char="∙"/>
            </a:pPr>
            <a:r>
              <a:rPr lang="es-ES" sz="1800">
                <a:latin typeface="Cambria"/>
                <a:ea typeface="Cambria"/>
                <a:cs typeface="Cambria"/>
                <a:sym typeface="Cambria"/>
              </a:rPr>
              <a:t>Aplicando un patrón arquitectónico MVC junto a otras capas se configuran los paquetes principales.</a:t>
            </a:r>
            <a:endParaRPr sz="1800">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MÓVIL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pic>
        <p:nvPicPr>
          <p:cNvPr id="2007" name="Imagen 2007"/>
          <p:cNvPicPr preferRelativeResize="0"/>
          <p:nvPr/>
        </p:nvPicPr>
        <p:blipFill>
          <a:blip r:embed="rId10">
            <a:alphaModFix/>
          </a:blip>
          <a:stretch>
            <a:fillRect/>
          </a:stretch>
        </p:blipFill>
        <p:spPr>
          <a:xfrm>
            <a:off x="2219631" y="3600000"/>
            <a:ext cx="5312137" cy="2950000"/>
          </a:xfrm>
          <a:prstGeom prst="rect">
            <a:avLst/>
          </a:prstGeom>
          <a:noFill/>
          <a:ln>
            <a:noFill/>
          </a:ln>
        </p:spPr>
      </p:pic>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6"/>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p:nvPr>
            <p:ph idx="1" type="body"/>
          </p:nvPr>
        </p:nvSpPr>
        <p:spPr>
          <a:xfrm>
            <a:off x="581200" y="1850000"/>
            <a:ext cx="8589300" cy="1650000"/>
          </a:xfrm>
          <a:prstGeom prst="rect">
            <a:avLst/>
          </a:prstGeom>
          <a:noFill/>
          <a:ln>
            <a:noFill/>
          </a:ln>
        </p:spPr>
        <p:txBody>
          <a:bodyPr anchorCtr="0" anchor="ctr" bIns="45700" lIns="91425" spcFirstLastPara="1" rIns="91425" wrap="square" tIns="45700">
            <a:normAutofit/>
          </a:bodyPr>
          <a:lstStyle/>
          <a:p>
            <a:pPr indent="-342900" lvl="0" marL="342900" marR="0" rtl="0" algn="just">
              <a:lnSpc>
                <a:spcPct val="107000"/>
              </a:lnSpc>
              <a:spcBef>
                <a:spcPts val="0"/>
              </a:spcBef>
              <a:spcAft>
                <a:spcPts val="0"/>
              </a:spcAft>
              <a:buSzPts val="1785"/>
              <a:buChar char="∙"/>
            </a:pPr>
            <a:r>
              <a:rPr b="1" lang="es-ES" sz="1929">
                <a:latin typeface="Cambria"/>
                <a:ea typeface="Cambria"/>
                <a:cs typeface="Cambria"/>
                <a:sym typeface="Cambria"/>
              </a:rPr>
              <a:t>Pasos 8 y 9 – Creación del WebService</a:t>
            </a:r>
            <a:endParaRPr b="1" sz="1929">
              <a:latin typeface="Cambria"/>
              <a:ea typeface="Cambria"/>
              <a:cs typeface="Cambria"/>
              <a:sym typeface="Cambria"/>
            </a:endParaRPr>
          </a:p>
          <a:p>
            <a:pPr indent="0" lvl="0" marL="0" marR="0" rtl="0" algn="just">
              <a:lnSpc>
                <a:spcPct val="107000"/>
              </a:lnSpc>
              <a:spcBef>
                <a:spcPts val="0"/>
              </a:spcBef>
              <a:spcAft>
                <a:spcPts val="0"/>
              </a:spcAft>
              <a:buSzPts val="1948"/>
              <a:buNone/>
            </a:pPr>
            <a:r>
              <a:t/>
            </a:r>
            <a:endParaRPr>
              <a:latin typeface="Cambria"/>
              <a:ea typeface="Cambria"/>
              <a:cs typeface="Cambria"/>
              <a:sym typeface="Cambria"/>
            </a:endParaRPr>
          </a:p>
          <a:p>
            <a:pPr indent="-342900" lvl="0" marL="342900" marR="0" rtl="0" algn="just">
              <a:lnSpc>
                <a:spcPct val="107000"/>
              </a:lnSpc>
              <a:spcBef>
                <a:spcPts val="0"/>
              </a:spcBef>
              <a:spcAft>
                <a:spcPts val="0"/>
              </a:spcAft>
              <a:buSzPts val="1656"/>
              <a:buFont typeface="Noto Sans Symbols"/>
              <a:buChar char="∙"/>
            </a:pPr>
            <a:r>
              <a:rPr lang="es-ES" sz="1800">
                <a:latin typeface="Cambria"/>
                <a:ea typeface="Cambria"/>
                <a:cs typeface="Cambria"/>
                <a:sym typeface="Cambria"/>
              </a:rPr>
              <a:t>Dentro del paquete controladores.ws se crea un webservice.</a:t>
            </a:r>
            <a:endParaRPr sz="1800">
              <a:latin typeface="Cambria"/>
              <a:ea typeface="Cambria"/>
              <a:cs typeface="Cambria"/>
              <a:sym typeface="Cambria"/>
            </a:endParaRPr>
          </a:p>
          <a:p>
            <a:pPr indent="-342900" lvl="0" marL="342900" marR="0" rtl="0" algn="just">
              <a:lnSpc>
                <a:spcPct val="107000"/>
              </a:lnSpc>
              <a:spcBef>
                <a:spcPts val="0"/>
              </a:spcBef>
              <a:spcAft>
                <a:spcPts val="0"/>
              </a:spcAft>
              <a:buSzPts val="1656"/>
              <a:buFont typeface="Noto Sans Symbols"/>
              <a:buChar char="∙"/>
            </a:pPr>
            <a:r>
              <a:rPr lang="es-ES" sz="1800">
                <a:latin typeface="Cambria"/>
                <a:ea typeface="Cambria"/>
                <a:cs typeface="Cambria"/>
                <a:sym typeface="Cambria"/>
              </a:rPr>
              <a:t>Se configura el web service con su nombre WSConversorUnidades.</a:t>
            </a:r>
            <a:endParaRPr sz="1800">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MÓVIL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pic>
        <p:nvPicPr>
          <p:cNvPr id="2008" name="Imagen 2008"/>
          <p:cNvPicPr preferRelativeResize="0"/>
          <p:nvPr/>
        </p:nvPicPr>
        <p:blipFill>
          <a:blip r:embed="rId10">
            <a:alphaModFix/>
          </a:blip>
          <a:stretch>
            <a:fillRect/>
          </a:stretch>
        </p:blipFill>
        <p:spPr>
          <a:xfrm>
            <a:off x="1204581" y="3600000"/>
            <a:ext cx="2972736" cy="2950000"/>
          </a:xfrm>
          <a:prstGeom prst="rect">
            <a:avLst/>
          </a:prstGeom>
          <a:noFill/>
          <a:ln>
            <a:noFill/>
          </a:ln>
        </p:spPr>
      </p:pic>
      <p:pic>
        <p:nvPicPr>
          <p:cNvPr id="2009" name="Imagen 2009"/>
          <p:cNvPicPr preferRelativeResize="0"/>
          <p:nvPr/>
        </p:nvPicPr>
        <p:blipFill>
          <a:blip r:embed="rId11">
            <a:alphaModFix/>
          </a:blip>
          <a:stretch>
            <a:fillRect/>
          </a:stretch>
        </p:blipFill>
        <p:spPr>
          <a:xfrm>
            <a:off x="4950700" y="3652828"/>
            <a:ext cx="4219500" cy="2844342"/>
          </a:xfrm>
          <a:prstGeom prst="rect">
            <a:avLst/>
          </a:prstGeom>
          <a:noFill/>
          <a:ln>
            <a:noFill/>
          </a:ln>
        </p:spPr>
      </p:pic>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9"/>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230" name="Google Shape;230;p29"/>
          <p:cNvSpPr txBox="1"/>
          <p:nvPr>
            <p:ph idx="1" type="body"/>
          </p:nvPr>
        </p:nvSpPr>
        <p:spPr>
          <a:xfrm>
            <a:off x="581200" y="1876275"/>
            <a:ext cx="2132400" cy="4701300"/>
          </a:xfrm>
          <a:prstGeom prst="rect">
            <a:avLst/>
          </a:prstGeom>
          <a:noFill/>
          <a:ln>
            <a:noFill/>
          </a:ln>
        </p:spPr>
        <p:txBody>
          <a:bodyPr anchorCtr="0" anchor="ctr" bIns="45700" lIns="91425" spcFirstLastPara="1" rIns="91425" wrap="square" tIns="45700">
            <a:normAutofit/>
          </a:bodyPr>
          <a:lstStyle/>
          <a:p>
            <a:pPr indent="-327406" lvl="0" marL="457200" rtl="0" algn="just">
              <a:lnSpc>
                <a:spcPct val="107000"/>
              </a:lnSpc>
              <a:spcBef>
                <a:spcPts val="0"/>
              </a:spcBef>
              <a:spcAft>
                <a:spcPts val="0"/>
              </a:spcAft>
              <a:buSzPts val="1556"/>
              <a:buChar char="∙"/>
            </a:pPr>
            <a:r>
              <a:rPr lang="es-ES" sz="1200">
                <a:latin typeface="Cambria"/>
                <a:ea typeface="Cambria"/>
                <a:cs typeface="Cambria"/>
                <a:sym typeface="Cambria"/>
              </a:rPr>
              <a:t>Se codifica el webservice: 1. importaciones, 2. endpoint del servicio web y 3. atributos.</a:t>
            </a:r>
            <a:endParaRPr sz="1200">
              <a:latin typeface="Cambria"/>
              <a:ea typeface="Cambria"/>
              <a:cs typeface="Cambria"/>
              <a:sym typeface="Cambria"/>
            </a:endParaRPr>
          </a:p>
          <a:p>
            <a:pPr indent="-327406" lvl="0" marL="457200" rtl="0" algn="just">
              <a:lnSpc>
                <a:spcPct val="107000"/>
              </a:lnSpc>
              <a:spcBef>
                <a:spcPts val="0"/>
              </a:spcBef>
              <a:spcAft>
                <a:spcPts val="0"/>
              </a:spcAft>
              <a:buSzPts val="1556"/>
              <a:buChar char="∙"/>
            </a:pPr>
            <a:r>
              <a:rPr lang="es-ES" sz="1200">
                <a:latin typeface="Cambria"/>
                <a:ea typeface="Cambria"/>
                <a:cs typeface="Cambria"/>
                <a:sym typeface="Cambria"/>
              </a:rPr>
              <a:t>Paso 10 – WSConversorUnidades</a:t>
            </a:r>
            <a:endParaRPr sz="1200">
              <a:latin typeface="Cambria"/>
              <a:ea typeface="Cambria"/>
              <a:cs typeface="Cambria"/>
              <a:sym typeface="Cambria"/>
            </a:endParaRPr>
          </a:p>
        </p:txBody>
      </p:sp>
      <p:sp>
        <p:nvSpPr>
          <p:cNvPr id="231" name="Google Shape;231;p29"/>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MÓVIL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232" name="Google Shape;232;p29"/>
          <p:cNvGraphicFramePr/>
          <p:nvPr/>
        </p:nvGraphicFramePr>
        <p:xfrm>
          <a:off x="2964625" y="1876275"/>
          <a:ext cx="3000000" cy="3000000"/>
        </p:xfrm>
        <a:graphic>
          <a:graphicData uri="http://schemas.openxmlformats.org/drawingml/2006/table">
            <a:tbl>
              <a:tblPr>
                <a:noFill/>
                <a:tableStyleId>{BF136021-7255-42B7-A7E7-87A8D8FFE9CA}</a:tableStyleId>
              </a:tblPr>
              <a:tblGrid>
                <a:gridCol w="6062675"/>
              </a:tblGrid>
              <a:tr h="2860000">
                <a:tc>
                  <a:txBody>
                    <a:bodyPr/>
                    <a:lstStyle/>
                    <a:p>
                      <a:pPr indent="0" lvl="0" marL="0" rtl="0" algn="l">
                        <a:spcBef>
                          <a:spcPts val="0"/>
                        </a:spcBef>
                        <a:spcAft>
                          <a:spcPts val="0"/>
                        </a:spcAft>
                        <a:buNone/>
                      </a:pPr>
                      <a:r>
                        <a:rPr lang="es-ES" sz="900">
                          <a:solidFill>
                            <a:srgbClr val="4F81BD"/>
                          </a:solidFill>
                          <a:latin typeface="Calibri"/>
                          <a:ea typeface="Calibri"/>
                          <a:cs typeface="Calibri"/>
                          <a:sym typeface="Calibri"/>
                        </a:rPr>
                        <a:t>package ec.edu.monster.controlador;</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import ec.edu.monster.dto.ConversionDTO;</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import ec.edu.monster.servicio.ConversorServicio;</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@WebService(serviceName = "WSConversorUnidades")</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@HandlerChain(file = "handlers.xml")</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public class WSConversorUnidades {</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private final ConversorUnidadesControlador controlador = new ConversorUnidadesControlador();</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 Operación del Web Service SOAP para realizar conversiones.</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@WebMethod(operationName = "convertir-unidades")</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public double convertirUnidades(@WebParam(name = "peticionConversion") ConversionDTO dto)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return controlador.conversor(dto);</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9"/>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230" name="Google Shape;230;p29"/>
          <p:cNvSpPr txBox="1"/>
          <p:nvPr>
            <p:ph idx="1" type="body"/>
          </p:nvPr>
        </p:nvSpPr>
        <p:spPr>
          <a:xfrm>
            <a:off x="581200" y="1876275"/>
            <a:ext cx="2132400" cy="4701300"/>
          </a:xfrm>
          <a:prstGeom prst="rect">
            <a:avLst/>
          </a:prstGeom>
          <a:noFill/>
          <a:ln>
            <a:noFill/>
          </a:ln>
        </p:spPr>
        <p:txBody>
          <a:bodyPr anchorCtr="0" anchor="ctr" bIns="45700" lIns="91425" spcFirstLastPara="1" rIns="91425" wrap="square" tIns="45700">
            <a:normAutofit/>
          </a:bodyPr>
          <a:lstStyle/>
          <a:p>
            <a:pPr indent="-327406" lvl="0" marL="457200" rtl="0" algn="just">
              <a:lnSpc>
                <a:spcPct val="107000"/>
              </a:lnSpc>
              <a:spcBef>
                <a:spcPts val="0"/>
              </a:spcBef>
              <a:spcAft>
                <a:spcPts val="0"/>
              </a:spcAft>
              <a:buSzPts val="1556"/>
              <a:buChar char="∙"/>
            </a:pPr>
            <a:r>
              <a:rPr lang="es-ES" sz="1200">
                <a:latin typeface="Cambria"/>
                <a:ea typeface="Cambria"/>
                <a:cs typeface="Cambria"/>
                <a:sym typeface="Cambria"/>
              </a:rPr>
              <a:t>4. Se crean los métodos respectivos, incluyendo el de autenticación y el de cambiar contraseña.</a:t>
            </a:r>
            <a:endParaRPr sz="1200">
              <a:latin typeface="Cambria"/>
              <a:ea typeface="Cambria"/>
              <a:cs typeface="Cambria"/>
              <a:sym typeface="Cambria"/>
            </a:endParaRPr>
          </a:p>
          <a:p>
            <a:pPr indent="-327406" lvl="0" marL="457200" rtl="0" algn="just">
              <a:lnSpc>
                <a:spcPct val="107000"/>
              </a:lnSpc>
              <a:spcBef>
                <a:spcPts val="0"/>
              </a:spcBef>
              <a:spcAft>
                <a:spcPts val="0"/>
              </a:spcAft>
              <a:buSzPts val="1556"/>
              <a:buChar char="∙"/>
            </a:pPr>
            <a:r>
              <a:rPr lang="es-ES" sz="1200">
                <a:latin typeface="Cambria"/>
                <a:ea typeface="Cambria"/>
                <a:cs typeface="Cambria"/>
                <a:sym typeface="Cambria"/>
              </a:rPr>
              <a:t>Métodos del WebService</a:t>
            </a:r>
            <a:endParaRPr sz="1200">
              <a:latin typeface="Cambria"/>
              <a:ea typeface="Cambria"/>
              <a:cs typeface="Cambria"/>
              <a:sym typeface="Cambria"/>
            </a:endParaRPr>
          </a:p>
          <a:p>
            <a:pPr indent="-327406" lvl="0" marL="457200" rtl="0" algn="just">
              <a:lnSpc>
                <a:spcPct val="107000"/>
              </a:lnSpc>
              <a:spcBef>
                <a:spcPts val="0"/>
              </a:spcBef>
              <a:spcAft>
                <a:spcPts val="0"/>
              </a:spcAft>
              <a:buSzPts val="1556"/>
              <a:buChar char="∙"/>
            </a:pPr>
            <a:r>
              <a:rPr lang="es-ES" sz="1200">
                <a:latin typeface="Cambria"/>
                <a:ea typeface="Cambria"/>
                <a:cs typeface="Cambria"/>
                <a:sym typeface="Cambria"/>
              </a:rPr>
              <a:t>Parte 1 de 3</a:t>
            </a:r>
            <a:endParaRPr sz="1200">
              <a:latin typeface="Cambria"/>
              <a:ea typeface="Cambria"/>
              <a:cs typeface="Cambria"/>
              <a:sym typeface="Cambria"/>
            </a:endParaRPr>
          </a:p>
        </p:txBody>
      </p:sp>
      <p:sp>
        <p:nvSpPr>
          <p:cNvPr id="231" name="Google Shape;231;p29"/>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MÓVIL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232" name="Google Shape;232;p29"/>
          <p:cNvGraphicFramePr/>
          <p:nvPr/>
        </p:nvGraphicFramePr>
        <p:xfrm>
          <a:off x="2964625" y="1876275"/>
          <a:ext cx="3000000" cy="3000000"/>
        </p:xfrm>
        <a:graphic>
          <a:graphicData uri="http://schemas.openxmlformats.org/drawingml/2006/table">
            <a:tbl>
              <a:tblPr>
                <a:noFill/>
                <a:tableStyleId>{BF136021-7255-42B7-A7E7-87A8D8FFE9CA}</a:tableStyleId>
              </a:tblPr>
              <a:tblGrid>
                <a:gridCol w="6062675"/>
              </a:tblGrid>
              <a:tr h="3819000">
                <a:tc>
                  <a:txBody>
                    <a:bodyPr/>
                    <a:lstStyle/>
                    <a:p>
                      <a:pPr indent="0" lvl="0" marL="0" rtl="0" algn="l">
                        <a:spcBef>
                          <a:spcPts val="0"/>
                        </a:spcBef>
                        <a:spcAft>
                          <a:spcPts val="0"/>
                        </a:spcAft>
                        <a:buNone/>
                      </a:pPr>
                      <a:r>
                        <a:rPr lang="es-ES" sz="900">
                          <a:solidFill>
                            <a:srgbClr val="4F81BD"/>
                          </a:solidFill>
                          <a:latin typeface="Calibri"/>
                          <a:ea typeface="Calibri"/>
                          <a:cs typeface="Calibri"/>
                          <a:sym typeface="Calibri"/>
                        </a:rPr>
                        <a:t>package ec.edu.monster.webservicio;</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import ec.edu.monster.controlador.AutenticadorControlador;</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import ec.edu.monster.modelo.Usuario;</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import jakarta.annotation.Resource;</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import jakarta.jws.HandlerChain;</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import jakarta.jws.WebMethod;</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import jakarta.jws.WebParam;</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import jakarta.jws.WebService;</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import jakarta.xml.soap.SOAPElement;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import jakarta.xml.soap.SOAPHeader;</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import jakarta.xml.ws.WebServiceContext;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import jakarta.xml.ws.handler.MessageContext;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import jakarta.xml.ws.handler.soap.SOAPMessageContext;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import org.w3c.dom.NodeList;</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import java.util.Iterator;</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@WebService(serviceName = "WSAutenticador")</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@HandlerChain(file = "handlers.xml")</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public class WSAutenticador {</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@Resource</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private WebServiceContext context;</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private final AutenticadorControlador autenticador = new AutenticadorControlador();</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9"/>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230" name="Google Shape;230;p29"/>
          <p:cNvSpPr txBox="1"/>
          <p:nvPr>
            <p:ph idx="1" type="body"/>
          </p:nvPr>
        </p:nvSpPr>
        <p:spPr>
          <a:xfrm>
            <a:off x="581200" y="1876275"/>
            <a:ext cx="2132400" cy="4701300"/>
          </a:xfrm>
          <a:prstGeom prst="rect">
            <a:avLst/>
          </a:prstGeom>
          <a:noFill/>
          <a:ln>
            <a:noFill/>
          </a:ln>
        </p:spPr>
        <p:txBody>
          <a:bodyPr anchorCtr="0" anchor="ctr" bIns="45700" lIns="91425" spcFirstLastPara="1" rIns="91425" wrap="square" tIns="45700">
            <a:normAutofit/>
          </a:bodyPr>
          <a:lstStyle/>
          <a:p>
            <a:pPr indent="-327406" lvl="0" marL="457200" rtl="0" algn="just">
              <a:lnSpc>
                <a:spcPct val="107000"/>
              </a:lnSpc>
              <a:spcBef>
                <a:spcPts val="0"/>
              </a:spcBef>
              <a:spcAft>
                <a:spcPts val="0"/>
              </a:spcAft>
              <a:buSzPts val="1556"/>
              <a:buChar char="∙"/>
            </a:pPr>
            <a:r>
              <a:rPr lang="es-ES" sz="1200">
                <a:latin typeface="Cambria"/>
                <a:ea typeface="Cambria"/>
                <a:cs typeface="Cambria"/>
                <a:sym typeface="Cambria"/>
              </a:rPr>
              <a:t>Métodos del WebService</a:t>
            </a:r>
            <a:endParaRPr sz="1200">
              <a:latin typeface="Cambria"/>
              <a:ea typeface="Cambria"/>
              <a:cs typeface="Cambria"/>
              <a:sym typeface="Cambria"/>
            </a:endParaRPr>
          </a:p>
          <a:p>
            <a:pPr indent="-327406" lvl="0" marL="457200" rtl="0" algn="just">
              <a:lnSpc>
                <a:spcPct val="107000"/>
              </a:lnSpc>
              <a:spcBef>
                <a:spcPts val="0"/>
              </a:spcBef>
              <a:spcAft>
                <a:spcPts val="0"/>
              </a:spcAft>
              <a:buSzPts val="1556"/>
              <a:buChar char="∙"/>
            </a:pPr>
            <a:r>
              <a:rPr lang="es-ES" sz="1200">
                <a:latin typeface="Cambria"/>
                <a:ea typeface="Cambria"/>
                <a:cs typeface="Cambria"/>
                <a:sym typeface="Cambria"/>
              </a:rPr>
              <a:t>Parte 2 de 3</a:t>
            </a:r>
            <a:endParaRPr sz="1200">
              <a:latin typeface="Cambria"/>
              <a:ea typeface="Cambria"/>
              <a:cs typeface="Cambria"/>
              <a:sym typeface="Cambria"/>
            </a:endParaRPr>
          </a:p>
        </p:txBody>
      </p:sp>
      <p:sp>
        <p:nvSpPr>
          <p:cNvPr id="231" name="Google Shape;231;p29"/>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MÓVIL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232" name="Google Shape;232;p29"/>
          <p:cNvGraphicFramePr/>
          <p:nvPr/>
        </p:nvGraphicFramePr>
        <p:xfrm>
          <a:off x="2964625" y="1876275"/>
          <a:ext cx="3000000" cy="3000000"/>
        </p:xfrm>
        <a:graphic>
          <a:graphicData uri="http://schemas.openxmlformats.org/drawingml/2006/table">
            <a:tbl>
              <a:tblPr>
                <a:noFill/>
                <a:tableStyleId>{BF136021-7255-42B7-A7E7-87A8D8FFE9CA}</a:tableStyleId>
              </a:tblPr>
              <a:tblGrid>
                <a:gridCol w="6062675"/>
              </a:tblGrid>
              <a:tr h="3956000">
                <a:tc>
                  <a:txBody>
                    <a:bodyPr/>
                    <a:lstStyle/>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@WebMethod(operationName = "login")</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public String login(@WebParam(name = "login") Usuario usuario)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return autenticador.login(usuario);</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@WebMethod(operationName = "logout")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public boolean logout(@WebParam(name = "token") String token)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 Si no viene en el body, lo extraemos del SOAP Header</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if (token == null || token.isBlank())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token = obtenerTokenDesdeHeader();</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return autenticador.logout(token);</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private String obtenerTokenDesdeHeader()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try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MessageContext mc = context.getMessageContext();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if (mc instanceof SOAPMessageContext smc)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SOAPHeader header = smc.getMessage().getSOAPHeader();</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if (header != null) {</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 Búsqueda Agnóstica mediante NodeList (Funciona en Jakarta)</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NodeList nodos = header.getElementsByTagNameNS("*", "Token");</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if (nodos.getLength() == 0)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nodos = header.getElementsByTagNameNS("*", "token");</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if (nodos.getLength() &gt; 0)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return nodos.item(0).getTextContent();</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9"/>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230" name="Google Shape;230;p29"/>
          <p:cNvSpPr txBox="1"/>
          <p:nvPr>
            <p:ph idx="1" type="body"/>
          </p:nvPr>
        </p:nvSpPr>
        <p:spPr>
          <a:xfrm>
            <a:off x="581200" y="1876275"/>
            <a:ext cx="2132400" cy="4701300"/>
          </a:xfrm>
          <a:prstGeom prst="rect">
            <a:avLst/>
          </a:prstGeom>
          <a:noFill/>
          <a:ln>
            <a:noFill/>
          </a:ln>
        </p:spPr>
        <p:txBody>
          <a:bodyPr anchorCtr="0" anchor="ctr" bIns="45700" lIns="91425" spcFirstLastPara="1" rIns="91425" wrap="square" tIns="45700">
            <a:normAutofit/>
          </a:bodyPr>
          <a:lstStyle/>
          <a:p>
            <a:pPr indent="-327406" lvl="0" marL="457200" rtl="0" algn="just">
              <a:lnSpc>
                <a:spcPct val="107000"/>
              </a:lnSpc>
              <a:spcBef>
                <a:spcPts val="0"/>
              </a:spcBef>
              <a:spcAft>
                <a:spcPts val="0"/>
              </a:spcAft>
              <a:buSzPts val="1556"/>
              <a:buChar char="∙"/>
            </a:pPr>
            <a:r>
              <a:rPr lang="es-ES" sz="1200">
                <a:latin typeface="Cambria"/>
                <a:ea typeface="Cambria"/>
                <a:cs typeface="Cambria"/>
                <a:sym typeface="Cambria"/>
              </a:rPr>
              <a:t>Métodos del WebService</a:t>
            </a:r>
            <a:endParaRPr sz="1200">
              <a:latin typeface="Cambria"/>
              <a:ea typeface="Cambria"/>
              <a:cs typeface="Cambria"/>
              <a:sym typeface="Cambria"/>
            </a:endParaRPr>
          </a:p>
          <a:p>
            <a:pPr indent="-327406" lvl="0" marL="457200" rtl="0" algn="just">
              <a:lnSpc>
                <a:spcPct val="107000"/>
              </a:lnSpc>
              <a:spcBef>
                <a:spcPts val="0"/>
              </a:spcBef>
              <a:spcAft>
                <a:spcPts val="0"/>
              </a:spcAft>
              <a:buSzPts val="1556"/>
              <a:buChar char="∙"/>
            </a:pPr>
            <a:r>
              <a:rPr lang="es-ES" sz="1200">
                <a:latin typeface="Cambria"/>
                <a:ea typeface="Cambria"/>
                <a:cs typeface="Cambria"/>
                <a:sym typeface="Cambria"/>
              </a:rPr>
              <a:t>Parte 3 de 3</a:t>
            </a:r>
            <a:endParaRPr sz="1200">
              <a:latin typeface="Cambria"/>
              <a:ea typeface="Cambria"/>
              <a:cs typeface="Cambria"/>
              <a:sym typeface="Cambria"/>
            </a:endParaRPr>
          </a:p>
        </p:txBody>
      </p:sp>
      <p:sp>
        <p:nvSpPr>
          <p:cNvPr id="231" name="Google Shape;231;p29"/>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MÓVIL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232" name="Google Shape;232;p29"/>
          <p:cNvGraphicFramePr/>
          <p:nvPr/>
        </p:nvGraphicFramePr>
        <p:xfrm>
          <a:off x="2964625" y="1876275"/>
          <a:ext cx="3000000" cy="3000000"/>
        </p:xfrm>
        <a:graphic>
          <a:graphicData uri="http://schemas.openxmlformats.org/drawingml/2006/table">
            <a:tbl>
              <a:tblPr>
                <a:noFill/>
                <a:tableStyleId>{BF136021-7255-42B7-A7E7-87A8D8FFE9CA}</a:tableStyleId>
              </a:tblPr>
              <a:tblGrid>
                <a:gridCol w="6062675"/>
              </a:tblGrid>
              <a:tr h="2860000">
                <a:tc>
                  <a:txBody>
                    <a:bodyPr/>
                    <a:lstStyle/>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 Recorrido iterativo manual de los elementos hijos</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Iterator&lt;?&gt; iterator = header.getChildElements();</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while (iterator.hasNext())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Object obj = iterator.next();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if (obj instanceof SOAPElement elem)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if ("Token".equalsIgnoreCase(elem.getLocalName()))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return elem.getValue();</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 catch (Exception e)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e.printStackTrace();</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return null;</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6"/>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p:nvPr>
            <p:ph idx="1" type="body"/>
          </p:nvPr>
        </p:nvSpPr>
        <p:spPr>
          <a:xfrm>
            <a:off x="581200" y="1850000"/>
            <a:ext cx="8589300" cy="1650000"/>
          </a:xfrm>
          <a:prstGeom prst="rect">
            <a:avLst/>
          </a:prstGeom>
          <a:noFill/>
          <a:ln>
            <a:noFill/>
          </a:ln>
        </p:spPr>
        <p:txBody>
          <a:bodyPr anchorCtr="0" anchor="ctr" bIns="45700" lIns="91425" spcFirstLastPara="1" rIns="91425" wrap="square" tIns="45700">
            <a:normAutofit/>
          </a:bodyPr>
          <a:lstStyle/>
          <a:p>
            <a:pPr indent="-342900" lvl="0" marL="342900" marR="0" rtl="0" algn="just">
              <a:lnSpc>
                <a:spcPct val="107000"/>
              </a:lnSpc>
              <a:spcBef>
                <a:spcPts val="0"/>
              </a:spcBef>
              <a:spcAft>
                <a:spcPts val="0"/>
              </a:spcAft>
              <a:buSzPts val="1785"/>
              <a:buChar char="∙"/>
            </a:pPr>
            <a:r>
              <a:rPr b="1" lang="es-ES" sz="1929">
                <a:latin typeface="Cambria"/>
                <a:ea typeface="Cambria"/>
                <a:cs typeface="Cambria"/>
                <a:sym typeface="Cambria"/>
              </a:rPr>
              <a:t>Paso 11 – Autenticación</a:t>
            </a:r>
            <a:endParaRPr b="1" sz="1929">
              <a:latin typeface="Cambria"/>
              <a:ea typeface="Cambria"/>
              <a:cs typeface="Cambria"/>
              <a:sym typeface="Cambria"/>
            </a:endParaRPr>
          </a:p>
          <a:p>
            <a:pPr indent="0" lvl="0" marL="0" marR="0" rtl="0" algn="just">
              <a:lnSpc>
                <a:spcPct val="107000"/>
              </a:lnSpc>
              <a:spcBef>
                <a:spcPts val="0"/>
              </a:spcBef>
              <a:spcAft>
                <a:spcPts val="0"/>
              </a:spcAft>
              <a:buSzPts val="1948"/>
              <a:buNone/>
            </a:pPr>
            <a:r>
              <a:t/>
            </a:r>
            <a:endParaRPr>
              <a:latin typeface="Cambria"/>
              <a:ea typeface="Cambria"/>
              <a:cs typeface="Cambria"/>
              <a:sym typeface="Cambria"/>
            </a:endParaRPr>
          </a:p>
          <a:p>
            <a:pPr indent="-342900" lvl="0" marL="342900" marR="0" rtl="0" algn="just">
              <a:lnSpc>
                <a:spcPct val="107000"/>
              </a:lnSpc>
              <a:spcBef>
                <a:spcPts val="0"/>
              </a:spcBef>
              <a:spcAft>
                <a:spcPts val="0"/>
              </a:spcAft>
              <a:buSzPts val="1656"/>
              <a:buFont typeface="Noto Sans Symbols"/>
              <a:buChar char="∙"/>
            </a:pPr>
            <a:r>
              <a:rPr lang="es-ES" sz="1600">
                <a:latin typeface="Cambria"/>
                <a:ea typeface="Cambria"/>
                <a:cs typeface="Cambria"/>
                <a:sym typeface="Cambria"/>
              </a:rPr>
              <a:t>Una clase importante a mencionar es el ValidadorToken.java, que sirve como un middleware en servicios SOAP con el fin de autenticar debidamente antes de permitir el paso a los métodos del WebService. Esta clase se crea en Web Services &gt; Message Handler.</a:t>
            </a:r>
            <a:endParaRPr sz="1600">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MÓVIL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pic>
        <p:nvPicPr>
          <p:cNvPr id="2010" name="Imagen 2010"/>
          <p:cNvPicPr preferRelativeResize="0"/>
          <p:nvPr/>
        </p:nvPicPr>
        <p:blipFill>
          <a:blip r:embed="rId10">
            <a:alphaModFix/>
          </a:blip>
          <a:stretch>
            <a:fillRect/>
          </a:stretch>
        </p:blipFill>
        <p:spPr>
          <a:xfrm>
            <a:off x="2723404" y="3600000"/>
            <a:ext cx="4304591" cy="2950000"/>
          </a:xfrm>
          <a:prstGeom prst="rect">
            <a:avLst/>
          </a:prstGeom>
          <a:noFill/>
          <a:ln>
            <a:noFill/>
          </a:ln>
        </p:spPr>
      </p:pic>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6"/>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p:nvPr>
            <p:ph idx="1" type="body"/>
          </p:nvPr>
        </p:nvSpPr>
        <p:spPr>
          <a:xfrm>
            <a:off x="581200" y="1850000"/>
            <a:ext cx="8589300" cy="1650000"/>
          </a:xfrm>
          <a:prstGeom prst="rect">
            <a:avLst/>
          </a:prstGeom>
          <a:noFill/>
          <a:ln>
            <a:noFill/>
          </a:ln>
        </p:spPr>
        <p:txBody>
          <a:bodyPr anchorCtr="0" anchor="ctr" bIns="45700" lIns="91425" spcFirstLastPara="1" rIns="91425" wrap="square" tIns="45700">
            <a:normAutofit/>
          </a:bodyPr>
          <a:lstStyle/>
          <a:p>
            <a:pPr indent="-342900" lvl="0" marL="342900" marR="0" rtl="0" algn="just">
              <a:lnSpc>
                <a:spcPct val="107000"/>
              </a:lnSpc>
              <a:spcBef>
                <a:spcPts val="0"/>
              </a:spcBef>
              <a:spcAft>
                <a:spcPts val="0"/>
              </a:spcAft>
              <a:buSzPts val="1785"/>
              <a:buChar char="∙"/>
            </a:pPr>
            <a:r>
              <a:rPr b="1" lang="es-ES" sz="1929">
                <a:latin typeface="Cambria"/>
                <a:ea typeface="Cambria"/>
                <a:cs typeface="Cambria"/>
                <a:sym typeface="Cambria"/>
              </a:rPr>
              <a:t>Paso 11 – Registro del handler</a:t>
            </a:r>
            <a:endParaRPr b="1" sz="1929">
              <a:latin typeface="Cambria"/>
              <a:ea typeface="Cambria"/>
              <a:cs typeface="Cambria"/>
              <a:sym typeface="Cambria"/>
            </a:endParaRPr>
          </a:p>
          <a:p>
            <a:pPr indent="0" lvl="0" marL="0" marR="0" rtl="0" algn="just">
              <a:lnSpc>
                <a:spcPct val="107000"/>
              </a:lnSpc>
              <a:spcBef>
                <a:spcPts val="0"/>
              </a:spcBef>
              <a:spcAft>
                <a:spcPts val="0"/>
              </a:spcAft>
              <a:buSzPts val="1948"/>
              <a:buNone/>
            </a:pPr>
            <a:r>
              <a:t/>
            </a:r>
            <a:endParaRPr>
              <a:latin typeface="Cambria"/>
              <a:ea typeface="Cambria"/>
              <a:cs typeface="Cambria"/>
              <a:sym typeface="Cambria"/>
            </a:endParaRPr>
          </a:p>
          <a:p>
            <a:pPr indent="-342900" lvl="0" marL="342900" marR="0" rtl="0" algn="just">
              <a:lnSpc>
                <a:spcPct val="107000"/>
              </a:lnSpc>
              <a:spcBef>
                <a:spcPts val="0"/>
              </a:spcBef>
              <a:spcAft>
                <a:spcPts val="0"/>
              </a:spcAft>
              <a:buSzPts val="1656"/>
              <a:buFont typeface="Noto Sans Symbols"/>
              <a:buChar char="∙"/>
            </a:pPr>
            <a:r>
              <a:rPr lang="es-ES" sz="1600">
                <a:latin typeface="Cambria"/>
                <a:ea typeface="Cambria"/>
                <a:cs typeface="Cambria"/>
                <a:sym typeface="Cambria"/>
              </a:rPr>
              <a:t>Esta clase contiene la lógica para gestionar la autenticación con tokens y la autenticación que maneja credenciales quemadas en código (Usuario: Monster, Contraseña: Monster9).</a:t>
            </a:r>
            <a:endParaRPr sz="1600">
              <a:latin typeface="Cambria"/>
              <a:ea typeface="Cambria"/>
              <a:cs typeface="Cambria"/>
              <a:sym typeface="Cambria"/>
            </a:endParaRPr>
          </a:p>
          <a:p>
            <a:pPr indent="-342900" lvl="0" marL="342900" marR="0" rtl="0" algn="just">
              <a:lnSpc>
                <a:spcPct val="107000"/>
              </a:lnSpc>
              <a:spcBef>
                <a:spcPts val="0"/>
              </a:spcBef>
              <a:spcAft>
                <a:spcPts val="0"/>
              </a:spcAft>
              <a:buSzPts val="1656"/>
              <a:buFont typeface="Noto Sans Symbols"/>
              <a:buChar char="∙"/>
            </a:pPr>
            <a:r>
              <a:rPr lang="es-ES" sz="1800">
                <a:latin typeface="Cambria"/>
                <a:ea typeface="Cambria"/>
                <a:cs typeface="Cambria"/>
                <a:sym typeface="Cambria"/>
              </a:rPr>
              <a:t>Es fundamental crear un xml dentro de los recursos que mapee a la clase para que el proyecto pueda poner en ejecución el handler.</a:t>
            </a:r>
            <a:endParaRPr sz="1800">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MÓVIL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pic>
        <p:nvPicPr>
          <p:cNvPr id="2011" name="Imagen 2011"/>
          <p:cNvPicPr preferRelativeResize="0"/>
          <p:nvPr/>
        </p:nvPicPr>
        <p:blipFill>
          <a:blip r:embed="rId10">
            <a:alphaModFix/>
          </a:blip>
          <a:stretch>
            <a:fillRect/>
          </a:stretch>
        </p:blipFill>
        <p:spPr>
          <a:xfrm>
            <a:off x="581200" y="4212531"/>
            <a:ext cx="8589000" cy="1724937"/>
          </a:xfrm>
          <a:prstGeom prst="rect">
            <a:avLst/>
          </a:prstGeom>
          <a:noFill/>
          <a:ln>
            <a:noFill/>
          </a:ln>
        </p:spPr>
      </p:pic>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9"/>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230" name="Google Shape;230;p29"/>
          <p:cNvSpPr txBox="1"/>
          <p:nvPr>
            <p:ph idx="1" type="body"/>
          </p:nvPr>
        </p:nvSpPr>
        <p:spPr>
          <a:xfrm>
            <a:off x="581200" y="1876275"/>
            <a:ext cx="2132400" cy="4701300"/>
          </a:xfrm>
          <a:prstGeom prst="rect">
            <a:avLst/>
          </a:prstGeom>
          <a:noFill/>
          <a:ln>
            <a:noFill/>
          </a:ln>
        </p:spPr>
        <p:txBody>
          <a:bodyPr anchorCtr="0" anchor="ctr" bIns="45700" lIns="91425" spcFirstLastPara="1" rIns="91425" wrap="square" tIns="45700">
            <a:normAutofit/>
          </a:bodyPr>
          <a:lstStyle/>
          <a:p>
            <a:pPr indent="-327406" lvl="0" marL="457200" rtl="0" algn="just">
              <a:lnSpc>
                <a:spcPct val="107000"/>
              </a:lnSpc>
              <a:spcBef>
                <a:spcPts val="0"/>
              </a:spcBef>
              <a:spcAft>
                <a:spcPts val="0"/>
              </a:spcAft>
              <a:buSzPts val="1556"/>
              <a:buChar char="∙"/>
            </a:pPr>
            <a:r>
              <a:rPr lang="es-ES" sz="1200">
                <a:latin typeface="Cambria"/>
                <a:ea typeface="Cambria"/>
                <a:cs typeface="Cambria"/>
                <a:sym typeface="Cambria"/>
              </a:rPr>
              <a:t>Lógica de conversión del servicio.</a:t>
            </a:r>
            <a:endParaRPr sz="1200">
              <a:latin typeface="Cambria"/>
              <a:ea typeface="Cambria"/>
              <a:cs typeface="Cambria"/>
              <a:sym typeface="Cambria"/>
            </a:endParaRPr>
          </a:p>
          <a:p>
            <a:pPr indent="-327406" lvl="0" marL="457200" rtl="0" algn="just">
              <a:lnSpc>
                <a:spcPct val="107000"/>
              </a:lnSpc>
              <a:spcBef>
                <a:spcPts val="0"/>
              </a:spcBef>
              <a:spcAft>
                <a:spcPts val="0"/>
              </a:spcAft>
              <a:buSzPts val="1556"/>
              <a:buChar char="∙"/>
            </a:pPr>
            <a:r>
              <a:rPr lang="es-ES" sz="1200">
                <a:latin typeface="Cambria"/>
                <a:ea typeface="Cambria"/>
                <a:cs typeface="Cambria"/>
                <a:sym typeface="Cambria"/>
              </a:rPr>
              <a:t>Servicio de Conversión</a:t>
            </a:r>
            <a:endParaRPr sz="1200">
              <a:latin typeface="Cambria"/>
              <a:ea typeface="Cambria"/>
              <a:cs typeface="Cambria"/>
              <a:sym typeface="Cambria"/>
            </a:endParaRPr>
          </a:p>
          <a:p>
            <a:pPr indent="-327406" lvl="0" marL="457200" rtl="0" algn="just">
              <a:lnSpc>
                <a:spcPct val="107000"/>
              </a:lnSpc>
              <a:spcBef>
                <a:spcPts val="0"/>
              </a:spcBef>
              <a:spcAft>
                <a:spcPts val="0"/>
              </a:spcAft>
              <a:buSzPts val="1556"/>
              <a:buChar char="∙"/>
            </a:pPr>
            <a:r>
              <a:rPr lang="es-ES" sz="1200">
                <a:latin typeface="Cambria"/>
                <a:ea typeface="Cambria"/>
                <a:cs typeface="Cambria"/>
                <a:sym typeface="Cambria"/>
              </a:rPr>
              <a:t>Parte 1 de 2</a:t>
            </a:r>
            <a:endParaRPr sz="1200">
              <a:latin typeface="Cambria"/>
              <a:ea typeface="Cambria"/>
              <a:cs typeface="Cambria"/>
              <a:sym typeface="Cambria"/>
            </a:endParaRPr>
          </a:p>
        </p:txBody>
      </p:sp>
      <p:sp>
        <p:nvSpPr>
          <p:cNvPr id="231" name="Google Shape;231;p29"/>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MÓVIL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232" name="Google Shape;232;p29"/>
          <p:cNvGraphicFramePr/>
          <p:nvPr/>
        </p:nvGraphicFramePr>
        <p:xfrm>
          <a:off x="2964625" y="1876275"/>
          <a:ext cx="3000000" cy="3000000"/>
        </p:xfrm>
        <a:graphic>
          <a:graphicData uri="http://schemas.openxmlformats.org/drawingml/2006/table">
            <a:tbl>
              <a:tblPr>
                <a:noFill/>
                <a:tableStyleId>{BF136021-7255-42B7-A7E7-87A8D8FFE9CA}</a:tableStyleId>
              </a:tblPr>
              <a:tblGrid>
                <a:gridCol w="6062675"/>
              </a:tblGrid>
              <a:tr h="4367000">
                <a:tc>
                  <a:txBody>
                    <a:bodyPr/>
                    <a:lstStyle/>
                    <a:p>
                      <a:pPr indent="0" lvl="0" marL="0" rtl="0" algn="l">
                        <a:spcBef>
                          <a:spcPts val="0"/>
                        </a:spcBef>
                        <a:spcAft>
                          <a:spcPts val="0"/>
                        </a:spcAft>
                        <a:buNone/>
                      </a:pPr>
                      <a:r>
                        <a:rPr lang="es-ES" sz="900">
                          <a:solidFill>
                            <a:srgbClr val="4F81BD"/>
                          </a:solidFill>
                          <a:latin typeface="Calibri"/>
                          <a:ea typeface="Calibri"/>
                          <a:cs typeface="Calibri"/>
                          <a:sym typeface="Calibri"/>
                        </a:rPr>
                        <a:t>package ec.edu.monster.servicio;</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import ec.edu.monster.dto.ConversionDTO;</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import ec.edu.monster.modelo.UnidadLongitud;</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import ec.edu.monster.modelo.UnidadMasa;</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import ec.edu.monster.modelo.UnidadTemperatura;</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import ec.edu.monster.seguridad.ValidadorConversion;</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public class ConversorServicio {</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private final ValidadorConversion validador = new ValidadorConversion();</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public ConversionDTO procesarConversion(ConversionDTO dto)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 Validar Datos</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validador.validarEstructuraEntrada(dto);</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double resultado = 0.0;</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String tipo = dto.getTipoMagnitud().trim().toUpperCase();</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String unidadOrigenStr = dto.getUnidadOrigen().trim().toUpperCase();</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String unidadDestinoStr = dto.getUnidadDestino().trim().toUpperCase();</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//Procesar Datos</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switch (tipo)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case "LONGITUD" -&gt;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validador.validarValorNoNegativo(dto.getValorOrigen(), tipo);</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UnidadLongitud origen = validador.buscarEnumValido(UnidadLongitud.class, unidadOrigenStr, tipo);</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UnidadLongitud destino = validador.buscarEnumValido(UnidadLongitud.class, unidadDestinoStr, tipo);</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resultado = origen.convertirA(dto.getValorOrigen(), destino);</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9"/>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230" name="Google Shape;230;p29"/>
          <p:cNvSpPr txBox="1"/>
          <p:nvPr>
            <p:ph idx="1" type="body"/>
          </p:nvPr>
        </p:nvSpPr>
        <p:spPr>
          <a:xfrm>
            <a:off x="581200" y="1876275"/>
            <a:ext cx="2132400" cy="4701300"/>
          </a:xfrm>
          <a:prstGeom prst="rect">
            <a:avLst/>
          </a:prstGeom>
          <a:noFill/>
          <a:ln>
            <a:noFill/>
          </a:ln>
        </p:spPr>
        <p:txBody>
          <a:bodyPr anchorCtr="0" anchor="ctr" bIns="45700" lIns="91425" spcFirstLastPara="1" rIns="91425" wrap="square" tIns="45700">
            <a:normAutofit/>
          </a:bodyPr>
          <a:lstStyle/>
          <a:p>
            <a:pPr indent="-327406" lvl="0" marL="457200" rtl="0" algn="just">
              <a:lnSpc>
                <a:spcPct val="107000"/>
              </a:lnSpc>
              <a:spcBef>
                <a:spcPts val="0"/>
              </a:spcBef>
              <a:spcAft>
                <a:spcPts val="0"/>
              </a:spcAft>
              <a:buSzPts val="1556"/>
              <a:buChar char="∙"/>
            </a:pPr>
            <a:r>
              <a:rPr lang="es-ES" sz="1200">
                <a:latin typeface="Cambria"/>
                <a:ea typeface="Cambria"/>
                <a:cs typeface="Cambria"/>
                <a:sym typeface="Cambria"/>
              </a:rPr>
              <a:t>Servicio de Conversión</a:t>
            </a:r>
            <a:endParaRPr sz="1200">
              <a:latin typeface="Cambria"/>
              <a:ea typeface="Cambria"/>
              <a:cs typeface="Cambria"/>
              <a:sym typeface="Cambria"/>
            </a:endParaRPr>
          </a:p>
          <a:p>
            <a:pPr indent="-327406" lvl="0" marL="457200" rtl="0" algn="just">
              <a:lnSpc>
                <a:spcPct val="107000"/>
              </a:lnSpc>
              <a:spcBef>
                <a:spcPts val="0"/>
              </a:spcBef>
              <a:spcAft>
                <a:spcPts val="0"/>
              </a:spcAft>
              <a:buSzPts val="1556"/>
              <a:buChar char="∙"/>
            </a:pPr>
            <a:r>
              <a:rPr lang="es-ES" sz="1200">
                <a:latin typeface="Cambria"/>
                <a:ea typeface="Cambria"/>
                <a:cs typeface="Cambria"/>
                <a:sym typeface="Cambria"/>
              </a:rPr>
              <a:t>Parte 2 de 2</a:t>
            </a:r>
            <a:endParaRPr sz="1200">
              <a:latin typeface="Cambria"/>
              <a:ea typeface="Cambria"/>
              <a:cs typeface="Cambria"/>
              <a:sym typeface="Cambria"/>
            </a:endParaRPr>
          </a:p>
        </p:txBody>
      </p:sp>
      <p:sp>
        <p:nvSpPr>
          <p:cNvPr id="231" name="Google Shape;231;p29"/>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MÓVIL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232" name="Google Shape;232;p29"/>
          <p:cNvGraphicFramePr/>
          <p:nvPr/>
        </p:nvGraphicFramePr>
        <p:xfrm>
          <a:off x="2964625" y="1876275"/>
          <a:ext cx="3000000" cy="3000000"/>
        </p:xfrm>
        <a:graphic>
          <a:graphicData uri="http://schemas.openxmlformats.org/drawingml/2006/table">
            <a:tbl>
              <a:tblPr>
                <a:noFill/>
                <a:tableStyleId>{BF136021-7255-42B7-A7E7-87A8D8FFE9CA}</a:tableStyleId>
              </a:tblPr>
              <a:tblGrid>
                <a:gridCol w="6062675"/>
              </a:tblGrid>
              <a:tr h="3682000">
                <a:tc>
                  <a:txBody>
                    <a:bodyPr/>
                    <a:lstStyle/>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case "MASA" -&gt;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validador.validarValorNoNegativo(dto.getValorOrigen(), tipo);</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UnidadMasa origen = validador.buscarEnumValido(UnidadMasa.class, unidadOrigenStr, tipo);</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UnidadMasa destino = validador.buscarEnumValido(UnidadMasa.class, unidadDestinoStr, tipo);</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resultado = origen.convertirA(dto.getValorOrigen(), destino);</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case "TEMPERATURA" -&gt;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UnidadTemperatura origen = validador.buscarEnumValido(UnidadTemperatura.class, unidadOrigenStr, tipo);</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UnidadTemperatura destino = validador.buscarEnumValido(UnidadTemperatura.class, unidadDestinoStr, tipo);</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validador.validarTemperaturaMinima(dto.getValorOrigen(), origen);</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resultado = origen.convertirA(dto.getValorOrigen(), destino);</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default -&gt; throw new IllegalArgumentException(</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"La magnitud '" + tipo + "' no es válida. Debe ser LONGITUD, MASA o TEMPERATURA."</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dto.setValorResultado(resultado);</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return dto;</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6"/>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p:nvPr>
            <p:ph idx="1" type="body"/>
          </p:nvPr>
        </p:nvSpPr>
        <p:spPr>
          <a:xfrm>
            <a:off x="581200" y="1850000"/>
            <a:ext cx="8589300" cy="1650000"/>
          </a:xfrm>
          <a:prstGeom prst="rect">
            <a:avLst/>
          </a:prstGeom>
          <a:noFill/>
          <a:ln>
            <a:noFill/>
          </a:ln>
        </p:spPr>
        <p:txBody>
          <a:bodyPr anchorCtr="0" anchor="ctr" bIns="45700" lIns="91425" spcFirstLastPara="1" rIns="91425" wrap="square" tIns="45700">
            <a:normAutofit/>
          </a:bodyPr>
          <a:lstStyle/>
          <a:p>
            <a:pPr indent="-342900" lvl="0" marL="342900" marR="0" rtl="0" algn="just">
              <a:lnSpc>
                <a:spcPct val="107000"/>
              </a:lnSpc>
              <a:spcBef>
                <a:spcPts val="0"/>
              </a:spcBef>
              <a:spcAft>
                <a:spcPts val="0"/>
              </a:spcAft>
              <a:buSzPts val="1785"/>
              <a:buChar char="∙"/>
            </a:pPr>
            <a:r>
              <a:rPr b="1" lang="es-ES" sz="1929">
                <a:latin typeface="Cambria"/>
                <a:ea typeface="Cambria"/>
                <a:cs typeface="Cambria"/>
                <a:sym typeface="Cambria"/>
              </a:rPr>
              <a:t>Paso 13 – Ejecución en el servidor</a:t>
            </a:r>
            <a:endParaRPr b="1" sz="1929">
              <a:latin typeface="Cambria"/>
              <a:ea typeface="Cambria"/>
              <a:cs typeface="Cambria"/>
              <a:sym typeface="Cambria"/>
            </a:endParaRPr>
          </a:p>
          <a:p>
            <a:pPr indent="0" lvl="0" marL="0" marR="0" rtl="0" algn="just">
              <a:lnSpc>
                <a:spcPct val="107000"/>
              </a:lnSpc>
              <a:spcBef>
                <a:spcPts val="0"/>
              </a:spcBef>
              <a:spcAft>
                <a:spcPts val="0"/>
              </a:spcAft>
              <a:buSzPts val="1948"/>
              <a:buNone/>
            </a:pPr>
            <a:r>
              <a:t/>
            </a:r>
            <a:endParaRPr>
              <a:latin typeface="Cambria"/>
              <a:ea typeface="Cambria"/>
              <a:cs typeface="Cambria"/>
              <a:sym typeface="Cambria"/>
            </a:endParaRPr>
          </a:p>
          <a:p>
            <a:pPr indent="-342900" lvl="0" marL="342900" marR="0" rtl="0" algn="just">
              <a:lnSpc>
                <a:spcPct val="107000"/>
              </a:lnSpc>
              <a:spcBef>
                <a:spcPts val="0"/>
              </a:spcBef>
              <a:spcAft>
                <a:spcPts val="0"/>
              </a:spcAft>
              <a:buSzPts val="1656"/>
              <a:buFont typeface="Noto Sans Symbols"/>
              <a:buChar char="∙"/>
            </a:pPr>
            <a:r>
              <a:rPr lang="es-ES" sz="1600">
                <a:latin typeface="Cambria"/>
                <a:ea typeface="Cambria"/>
                <a:cs typeface="Cambria"/>
                <a:sym typeface="Cambria"/>
              </a:rPr>
              <a:t>Se ejecuta el programa en el servidor Payara y se comprueba que el contrato WSDL esté correcto en la ruta (Payara corre por defecto en 8080): http://localhost:8080/WS_ConversionUnidades_Java_GR8/WSConversorUnidades?wsdl</a:t>
            </a:r>
            <a:endParaRPr sz="1600">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rgbClr val="FFFF00"/>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MÓVIL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pic>
        <p:nvPicPr>
          <p:cNvPr id="2012" name="Imagen 2012"/>
          <p:cNvPicPr preferRelativeResize="0"/>
          <p:nvPr/>
        </p:nvPicPr>
        <p:blipFill>
          <a:blip r:embed="rId10">
            <a:alphaModFix/>
          </a:blip>
          <a:stretch>
            <a:fillRect/>
          </a:stretch>
        </p:blipFill>
        <p:spPr>
          <a:xfrm>
            <a:off x="1617966" y="3600000"/>
            <a:ext cx="6515467" cy="2950000"/>
          </a:xfrm>
          <a:prstGeom prst="rect">
            <a:avLst/>
          </a:prstGeom>
          <a:noFill/>
          <a:ln>
            <a:noFill/>
          </a:ln>
        </p:spPr>
      </p:pic>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6"/>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p:nvPr>
            <p:ph idx="1" type="body"/>
          </p:nvPr>
        </p:nvSpPr>
        <p:spPr>
          <a:xfrm>
            <a:off x="581200" y="1850000"/>
            <a:ext cx="8589300" cy="1650000"/>
          </a:xfrm>
          <a:prstGeom prst="rect">
            <a:avLst/>
          </a:prstGeom>
          <a:noFill/>
          <a:ln>
            <a:noFill/>
          </a:ln>
        </p:spPr>
        <p:txBody>
          <a:bodyPr anchorCtr="0" anchor="ctr" bIns="45700" lIns="91425" spcFirstLastPara="1" rIns="91425" wrap="square" tIns="45700">
            <a:normAutofit/>
          </a:bodyPr>
          <a:lstStyle/>
          <a:p>
            <a:pPr indent="-342900" lvl="0" marL="342900" marR="0" rtl="0" algn="just">
              <a:lnSpc>
                <a:spcPct val="107000"/>
              </a:lnSpc>
              <a:spcBef>
                <a:spcPts val="0"/>
              </a:spcBef>
              <a:spcAft>
                <a:spcPts val="0"/>
              </a:spcAft>
              <a:buSzPts val="1785"/>
              <a:buChar char="∙"/>
            </a:pPr>
            <a:r>
              <a:rPr b="1" lang="es-ES" sz="1929">
                <a:latin typeface="Cambria"/>
                <a:ea typeface="Cambria"/>
                <a:cs typeface="Cambria"/>
                <a:sym typeface="Cambria"/>
              </a:rPr>
              <a:t>Cliente Consola – Pasos 1 y 2</a:t>
            </a:r>
            <a:endParaRPr b="1" sz="1929">
              <a:latin typeface="Cambria"/>
              <a:ea typeface="Cambria"/>
              <a:cs typeface="Cambria"/>
              <a:sym typeface="Cambria"/>
            </a:endParaRPr>
          </a:p>
          <a:p>
            <a:pPr indent="0" lvl="0" marL="0" marR="0" rtl="0" algn="just">
              <a:lnSpc>
                <a:spcPct val="107000"/>
              </a:lnSpc>
              <a:spcBef>
                <a:spcPts val="0"/>
              </a:spcBef>
              <a:spcAft>
                <a:spcPts val="0"/>
              </a:spcAft>
              <a:buSzPts val="1948"/>
              <a:buNone/>
            </a:pPr>
            <a:r>
              <a:t/>
            </a:r>
            <a:endParaRPr>
              <a:latin typeface="Cambria"/>
              <a:ea typeface="Cambria"/>
              <a:cs typeface="Cambria"/>
              <a:sym typeface="Cambria"/>
            </a:endParaRPr>
          </a:p>
          <a:p>
            <a:pPr indent="-342900" lvl="0" marL="342900" marR="0" rtl="0" algn="just">
              <a:lnSpc>
                <a:spcPct val="107000"/>
              </a:lnSpc>
              <a:spcBef>
                <a:spcPts val="0"/>
              </a:spcBef>
              <a:spcAft>
                <a:spcPts val="0"/>
              </a:spcAft>
              <a:buSzPts val="1656"/>
              <a:buFont typeface="Noto Sans Symbols"/>
              <a:buChar char="∙"/>
            </a:pPr>
            <a:r>
              <a:rPr lang="es-ES" sz="1800">
                <a:latin typeface="Cambria"/>
                <a:ea typeface="Cambria"/>
                <a:cs typeface="Cambria"/>
                <a:sym typeface="Cambria"/>
              </a:rPr>
              <a:t>Se usó NetBeans: se crea un nuevo proyecto con el gestor Java with Maven, el tipo de aplicativo es Java Application.</a:t>
            </a:r>
            <a:endParaRPr sz="1800">
              <a:latin typeface="Cambria"/>
              <a:ea typeface="Cambria"/>
              <a:cs typeface="Cambria"/>
              <a:sym typeface="Cambria"/>
            </a:endParaRPr>
          </a:p>
          <a:p>
            <a:pPr indent="-342900" lvl="0" marL="342900" marR="0" rtl="0" algn="just">
              <a:lnSpc>
                <a:spcPct val="107000"/>
              </a:lnSpc>
              <a:spcBef>
                <a:spcPts val="0"/>
              </a:spcBef>
              <a:spcAft>
                <a:spcPts val="0"/>
              </a:spcAft>
              <a:buSzPts val="1656"/>
              <a:buFont typeface="Noto Sans Symbols"/>
              <a:buChar char="∙"/>
            </a:pPr>
            <a:r>
              <a:rPr lang="es-ES" sz="1800">
                <a:latin typeface="Cambria"/>
                <a:ea typeface="Cambria"/>
                <a:cs typeface="Cambria"/>
                <a:sym typeface="Cambria"/>
              </a:rPr>
              <a:t>Se asigna un nombre al proyecto, se da una ubicación y se configura el group id con el que se quiere nombrar.</a:t>
            </a:r>
            <a:endParaRPr sz="1800">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MÓVIL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pic>
        <p:nvPicPr>
          <p:cNvPr id="2013" name="Imagen 2013"/>
          <p:cNvPicPr preferRelativeResize="0"/>
          <p:nvPr/>
        </p:nvPicPr>
        <p:blipFill>
          <a:blip r:embed="rId10">
            <a:alphaModFix/>
          </a:blip>
          <a:stretch>
            <a:fillRect/>
          </a:stretch>
        </p:blipFill>
        <p:spPr>
          <a:xfrm>
            <a:off x="581200" y="3633337"/>
            <a:ext cx="4219500" cy="2883325"/>
          </a:xfrm>
          <a:prstGeom prst="rect">
            <a:avLst/>
          </a:prstGeom>
          <a:noFill/>
          <a:ln>
            <a:noFill/>
          </a:ln>
        </p:spPr>
      </p:pic>
      <p:pic>
        <p:nvPicPr>
          <p:cNvPr id="2014" name="Imagen 2014"/>
          <p:cNvPicPr preferRelativeResize="0"/>
          <p:nvPr/>
        </p:nvPicPr>
        <p:blipFill>
          <a:blip r:embed="rId11">
            <a:alphaModFix/>
          </a:blip>
          <a:stretch>
            <a:fillRect/>
          </a:stretch>
        </p:blipFill>
        <p:spPr>
          <a:xfrm>
            <a:off x="4950700" y="3608110"/>
            <a:ext cx="4219500" cy="2933779"/>
          </a:xfrm>
          <a:prstGeom prst="rect">
            <a:avLst/>
          </a:prstGeom>
          <a:noFill/>
          <a:ln>
            <a:noFill/>
          </a:ln>
        </p:spPr>
      </p:pic>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6"/>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p:nvPr>
            <p:ph idx="1" type="body"/>
          </p:nvPr>
        </p:nvSpPr>
        <p:spPr>
          <a:xfrm>
            <a:off x="581200" y="1850000"/>
            <a:ext cx="8589300" cy="1650000"/>
          </a:xfrm>
          <a:prstGeom prst="rect">
            <a:avLst/>
          </a:prstGeom>
          <a:noFill/>
          <a:ln>
            <a:noFill/>
          </a:ln>
        </p:spPr>
        <p:txBody>
          <a:bodyPr anchorCtr="0" anchor="ctr" bIns="45700" lIns="91425" spcFirstLastPara="1" rIns="91425" wrap="square" tIns="45700">
            <a:normAutofit/>
          </a:bodyPr>
          <a:lstStyle/>
          <a:p>
            <a:pPr indent="-342900" lvl="0" marL="342900" marR="0" rtl="0" algn="just">
              <a:lnSpc>
                <a:spcPct val="107000"/>
              </a:lnSpc>
              <a:spcBef>
                <a:spcPts val="0"/>
              </a:spcBef>
              <a:spcAft>
                <a:spcPts val="0"/>
              </a:spcAft>
              <a:buSzPts val="1785"/>
              <a:buChar char="∙"/>
            </a:pPr>
            <a:r>
              <a:rPr b="1" lang="es-ES" sz="1929">
                <a:latin typeface="Cambria"/>
                <a:ea typeface="Cambria"/>
                <a:cs typeface="Cambria"/>
                <a:sym typeface="Cambria"/>
              </a:rPr>
              <a:t>Cliente Consola – Paso 3</a:t>
            </a:r>
            <a:endParaRPr b="1" sz="1929">
              <a:latin typeface="Cambria"/>
              <a:ea typeface="Cambria"/>
              <a:cs typeface="Cambria"/>
              <a:sym typeface="Cambria"/>
            </a:endParaRPr>
          </a:p>
          <a:p>
            <a:pPr indent="0" lvl="0" marL="0" marR="0" rtl="0" algn="just">
              <a:lnSpc>
                <a:spcPct val="107000"/>
              </a:lnSpc>
              <a:spcBef>
                <a:spcPts val="0"/>
              </a:spcBef>
              <a:spcAft>
                <a:spcPts val="0"/>
              </a:spcAft>
              <a:buSzPts val="1948"/>
              <a:buNone/>
            </a:pPr>
            <a:r>
              <a:t/>
            </a:r>
            <a:endParaRPr>
              <a:latin typeface="Cambria"/>
              <a:ea typeface="Cambria"/>
              <a:cs typeface="Cambria"/>
              <a:sym typeface="Cambria"/>
            </a:endParaRPr>
          </a:p>
          <a:p>
            <a:pPr indent="-342900" lvl="0" marL="342900" marR="0" rtl="0" algn="just">
              <a:lnSpc>
                <a:spcPct val="107000"/>
              </a:lnSpc>
              <a:spcBef>
                <a:spcPts val="0"/>
              </a:spcBef>
              <a:spcAft>
                <a:spcPts val="0"/>
              </a:spcAft>
              <a:buSzPts val="1656"/>
              <a:buFont typeface="Noto Sans Symbols"/>
              <a:buChar char="∙"/>
            </a:pPr>
            <a:r>
              <a:rPr lang="es-ES" sz="1800">
                <a:latin typeface="Cambria"/>
                <a:ea typeface="Cambria"/>
                <a:cs typeface="Cambria"/>
                <a:sym typeface="Cambria"/>
              </a:rPr>
              <a:t>Una vez que se creó el proyecto se deben generar los diferentes paquetes, donde se colocarán los archivos con código fuente.</a:t>
            </a:r>
            <a:endParaRPr sz="1800">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MÓVIL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pic>
        <p:nvPicPr>
          <p:cNvPr id="2015" name="Imagen 2015"/>
          <p:cNvPicPr preferRelativeResize="0"/>
          <p:nvPr/>
        </p:nvPicPr>
        <p:blipFill>
          <a:blip r:embed="rId10">
            <a:alphaModFix/>
          </a:blip>
          <a:stretch>
            <a:fillRect/>
          </a:stretch>
        </p:blipFill>
        <p:spPr>
          <a:xfrm>
            <a:off x="2330393" y="3600000"/>
            <a:ext cx="5090613" cy="2950000"/>
          </a:xfrm>
          <a:prstGeom prst="rect">
            <a:avLst/>
          </a:prstGeom>
          <a:noFill/>
          <a:ln>
            <a:noFill/>
          </a:ln>
        </p:spPr>
      </p:pic>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9"/>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230" name="Google Shape;230;p29"/>
          <p:cNvSpPr txBox="1"/>
          <p:nvPr>
            <p:ph idx="1" type="body"/>
          </p:nvPr>
        </p:nvSpPr>
        <p:spPr>
          <a:xfrm>
            <a:off x="581200" y="1876275"/>
            <a:ext cx="2132400" cy="4701300"/>
          </a:xfrm>
          <a:prstGeom prst="rect">
            <a:avLst/>
          </a:prstGeom>
          <a:noFill/>
          <a:ln>
            <a:noFill/>
          </a:ln>
        </p:spPr>
        <p:txBody>
          <a:bodyPr anchorCtr="0" anchor="ctr" bIns="45700" lIns="91425" spcFirstLastPara="1" rIns="91425" wrap="square" tIns="45700">
            <a:normAutofit/>
          </a:bodyPr>
          <a:lstStyle/>
          <a:p>
            <a:pPr indent="-327406" lvl="0" marL="457200" rtl="0" algn="just">
              <a:lnSpc>
                <a:spcPct val="107000"/>
              </a:lnSpc>
              <a:spcBef>
                <a:spcPts val="0"/>
              </a:spcBef>
              <a:spcAft>
                <a:spcPts val="0"/>
              </a:spcAft>
              <a:buSzPts val="1556"/>
              <a:buChar char="∙"/>
            </a:pPr>
            <a:r>
              <a:rPr lang="es-ES" sz="1200">
                <a:latin typeface="Cambria"/>
                <a:ea typeface="Cambria"/>
                <a:cs typeface="Cambria"/>
                <a:sym typeface="Cambria"/>
              </a:rPr>
              <a:t>Paso 4. A continuación se detallarán las clases principales con su código fuente.</a:t>
            </a:r>
            <a:endParaRPr sz="1200">
              <a:latin typeface="Cambria"/>
              <a:ea typeface="Cambria"/>
              <a:cs typeface="Cambria"/>
              <a:sym typeface="Cambria"/>
            </a:endParaRPr>
          </a:p>
          <a:p>
            <a:pPr indent="-327406" lvl="0" marL="457200" rtl="0" algn="just">
              <a:lnSpc>
                <a:spcPct val="107000"/>
              </a:lnSpc>
              <a:spcBef>
                <a:spcPts val="0"/>
              </a:spcBef>
              <a:spcAft>
                <a:spcPts val="0"/>
              </a:spcAft>
              <a:buSzPts val="1556"/>
              <a:buChar char="∙"/>
            </a:pPr>
            <a:r>
              <a:rPr lang="es-ES" sz="1200">
                <a:latin typeface="Cambria"/>
                <a:ea typeface="Cambria"/>
                <a:cs typeface="Cambria"/>
                <a:sym typeface="Cambria"/>
              </a:rPr>
              <a:t>Autenticador</a:t>
            </a:r>
            <a:endParaRPr sz="1200">
              <a:latin typeface="Cambria"/>
              <a:ea typeface="Cambria"/>
              <a:cs typeface="Cambria"/>
              <a:sym typeface="Cambria"/>
            </a:endParaRPr>
          </a:p>
          <a:p>
            <a:pPr indent="-327406" lvl="0" marL="457200" rtl="0" algn="just">
              <a:lnSpc>
                <a:spcPct val="107000"/>
              </a:lnSpc>
              <a:spcBef>
                <a:spcPts val="0"/>
              </a:spcBef>
              <a:spcAft>
                <a:spcPts val="0"/>
              </a:spcAft>
              <a:buSzPts val="1556"/>
              <a:buChar char="∙"/>
            </a:pPr>
            <a:r>
              <a:rPr lang="es-ES" sz="1200">
                <a:latin typeface="Cambria"/>
                <a:ea typeface="Cambria"/>
                <a:cs typeface="Cambria"/>
                <a:sym typeface="Cambria"/>
              </a:rPr>
              <a:t>Parte 1 de 2</a:t>
            </a:r>
            <a:endParaRPr sz="1200">
              <a:latin typeface="Cambria"/>
              <a:ea typeface="Cambria"/>
              <a:cs typeface="Cambria"/>
              <a:sym typeface="Cambria"/>
            </a:endParaRPr>
          </a:p>
        </p:txBody>
      </p:sp>
      <p:sp>
        <p:nvSpPr>
          <p:cNvPr id="231" name="Google Shape;231;p29"/>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MÓVIL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232" name="Google Shape;232;p29"/>
          <p:cNvGraphicFramePr/>
          <p:nvPr/>
        </p:nvGraphicFramePr>
        <p:xfrm>
          <a:off x="2964625" y="1876275"/>
          <a:ext cx="3000000" cy="3000000"/>
        </p:xfrm>
        <a:graphic>
          <a:graphicData uri="http://schemas.openxmlformats.org/drawingml/2006/table">
            <a:tbl>
              <a:tblPr>
                <a:noFill/>
                <a:tableStyleId>{BF136021-7255-42B7-A7E7-87A8D8FFE9CA}</a:tableStyleId>
              </a:tblPr>
              <a:tblGrid>
                <a:gridCol w="6062675"/>
              </a:tblGrid>
              <a:tr h="3545000">
                <a:tc>
                  <a:txBody>
                    <a:bodyPr/>
                    <a:lstStyle/>
                    <a:p>
                      <a:pPr indent="0" lvl="0" marL="0" rtl="0" algn="l">
                        <a:spcBef>
                          <a:spcPts val="0"/>
                        </a:spcBef>
                        <a:spcAft>
                          <a:spcPts val="0"/>
                        </a:spcAft>
                        <a:buNone/>
                      </a:pPr>
                      <a:r>
                        <a:rPr lang="es-ES" sz="900">
                          <a:solidFill>
                            <a:srgbClr val="4F81BD"/>
                          </a:solidFill>
                          <a:latin typeface="Calibri"/>
                          <a:ea typeface="Calibri"/>
                          <a:cs typeface="Calibri"/>
                          <a:sym typeface="Calibri"/>
                        </a:rPr>
                        <a:t>package ec.edu.monster.controlador;</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import ec.edu.monster.modelo.Usuario;</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import ec.edu.monster.util.ConfigLoader;</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import ec.edu.monster.util.HeaderTokenSOAPHandler;</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import javax.xml.ws.BindingProvider;</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public class Autenticador {</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public String login(Usuario usuario)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ec.edu.monster.webservice.WSAutenticador_Service service = new ec.edu.monster.webservice.WSAutenticador_Service();</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ec.edu.monster.webservice.WSAutenticador port = service.getWSAutenticadorPort();</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 🔹 Inyectar URL dinámica desde el archivo config.properties</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BindingProvider bp = (BindingProvider) port;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bp.getRequestContext().put(BindingProvider.ENDPOINT_ADDRESS_PROPERTY, ConfigLoader.getEndpointAutenticador());</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ec.edu.monster.webservice.Usuario usuarioSoap = new ec.edu.monster.webservice.Usuario();</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usuarioSoap.setUsername(usuario.getUsuario());</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usuarioSoap.setPassword(usuario.getContrasena());</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9"/>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230" name="Google Shape;230;p29"/>
          <p:cNvSpPr txBox="1"/>
          <p:nvPr>
            <p:ph idx="1" type="body"/>
          </p:nvPr>
        </p:nvSpPr>
        <p:spPr>
          <a:xfrm>
            <a:off x="581200" y="1876275"/>
            <a:ext cx="2132400" cy="4701300"/>
          </a:xfrm>
          <a:prstGeom prst="rect">
            <a:avLst/>
          </a:prstGeom>
          <a:noFill/>
          <a:ln>
            <a:noFill/>
          </a:ln>
        </p:spPr>
        <p:txBody>
          <a:bodyPr anchorCtr="0" anchor="ctr" bIns="45700" lIns="91425" spcFirstLastPara="1" rIns="91425" wrap="square" tIns="45700">
            <a:normAutofit/>
          </a:bodyPr>
          <a:lstStyle/>
          <a:p>
            <a:pPr indent="-327406" lvl="0" marL="457200" rtl="0" algn="just">
              <a:lnSpc>
                <a:spcPct val="107000"/>
              </a:lnSpc>
              <a:spcBef>
                <a:spcPts val="0"/>
              </a:spcBef>
              <a:spcAft>
                <a:spcPts val="0"/>
              </a:spcAft>
              <a:buSzPts val="1556"/>
              <a:buChar char="∙"/>
            </a:pPr>
            <a:r>
              <a:rPr lang="es-ES" sz="1200">
                <a:latin typeface="Cambria"/>
                <a:ea typeface="Cambria"/>
                <a:cs typeface="Cambria"/>
                <a:sym typeface="Cambria"/>
              </a:rPr>
              <a:t>Autenticador</a:t>
            </a:r>
            <a:endParaRPr sz="1200">
              <a:latin typeface="Cambria"/>
              <a:ea typeface="Cambria"/>
              <a:cs typeface="Cambria"/>
              <a:sym typeface="Cambria"/>
            </a:endParaRPr>
          </a:p>
          <a:p>
            <a:pPr indent="-327406" lvl="0" marL="457200" rtl="0" algn="just">
              <a:lnSpc>
                <a:spcPct val="107000"/>
              </a:lnSpc>
              <a:spcBef>
                <a:spcPts val="0"/>
              </a:spcBef>
              <a:spcAft>
                <a:spcPts val="0"/>
              </a:spcAft>
              <a:buSzPts val="1556"/>
              <a:buChar char="∙"/>
            </a:pPr>
            <a:r>
              <a:rPr lang="es-ES" sz="1200">
                <a:latin typeface="Cambria"/>
                <a:ea typeface="Cambria"/>
                <a:cs typeface="Cambria"/>
                <a:sym typeface="Cambria"/>
              </a:rPr>
              <a:t>Parte 2 de 2</a:t>
            </a:r>
            <a:endParaRPr sz="1200">
              <a:latin typeface="Cambria"/>
              <a:ea typeface="Cambria"/>
              <a:cs typeface="Cambria"/>
              <a:sym typeface="Cambria"/>
            </a:endParaRPr>
          </a:p>
        </p:txBody>
      </p:sp>
      <p:sp>
        <p:nvSpPr>
          <p:cNvPr id="231" name="Google Shape;231;p29"/>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MÓVIL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232" name="Google Shape;232;p29"/>
          <p:cNvGraphicFramePr/>
          <p:nvPr/>
        </p:nvGraphicFramePr>
        <p:xfrm>
          <a:off x="2964625" y="1876275"/>
          <a:ext cx="3000000" cy="3000000"/>
        </p:xfrm>
        <a:graphic>
          <a:graphicData uri="http://schemas.openxmlformats.org/drawingml/2006/table">
            <a:tbl>
              <a:tblPr>
                <a:noFill/>
                <a:tableStyleId>{BF136021-7255-42B7-A7E7-87A8D8FFE9CA}</a:tableStyleId>
              </a:tblPr>
              <a:tblGrid>
                <a:gridCol w="6062675"/>
              </a:tblGrid>
              <a:tr h="2860000">
                <a:tc>
                  <a:txBody>
                    <a:bodyPr/>
                    <a:lstStyle/>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return port.login(usuarioSoap);</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public boolean logout(String token)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ec.edu.monster.webservice.WSAutenticador_Service service = new ec.edu.monster.webservice.WSAutenticador_Service();</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ec.edu.monster.webservice.WSAutenticador port = service.getWSAutenticadorPort();</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 🔹 Inyectar URL dinámica desde el archivo config.properties</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BindingProvider bp = (BindingProvider) port;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bp.getRequestContext().put(BindingProvider.ENDPOINT_ADDRESS_PROPERTY, ConfigLoader.getEndpointAutenticador());</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 Inyección reutilizable de la cabecera SOAP</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HeaderTokenSOAPHandler.adjuntarTokenHandler(bp, token);</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return port.logout(token);</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9"/>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230" name="Google Shape;230;p29"/>
          <p:cNvSpPr txBox="1"/>
          <p:nvPr>
            <p:ph idx="1" type="body"/>
          </p:nvPr>
        </p:nvSpPr>
        <p:spPr>
          <a:xfrm>
            <a:off x="581200" y="1876275"/>
            <a:ext cx="2132400" cy="4701300"/>
          </a:xfrm>
          <a:prstGeom prst="rect">
            <a:avLst/>
          </a:prstGeom>
          <a:noFill/>
          <a:ln>
            <a:noFill/>
          </a:ln>
        </p:spPr>
        <p:txBody>
          <a:bodyPr anchorCtr="0" anchor="ctr" bIns="45700" lIns="91425" spcFirstLastPara="1" rIns="91425" wrap="square" tIns="45700">
            <a:normAutofit/>
          </a:bodyPr>
          <a:lstStyle/>
          <a:p>
            <a:pPr indent="-327406" lvl="0" marL="457200" rtl="0" algn="just">
              <a:lnSpc>
                <a:spcPct val="107000"/>
              </a:lnSpc>
              <a:spcBef>
                <a:spcPts val="0"/>
              </a:spcBef>
              <a:spcAft>
                <a:spcPts val="0"/>
              </a:spcAft>
              <a:buSzPts val="1556"/>
              <a:buChar char="∙"/>
            </a:pPr>
            <a:r>
              <a:rPr lang="es-ES" sz="1200">
                <a:latin typeface="Cambria"/>
                <a:ea typeface="Cambria"/>
                <a:cs typeface="Cambria"/>
                <a:sym typeface="Cambria"/>
              </a:rPr>
              <a:t>HeaderTokenSOAPHandler</a:t>
            </a:r>
            <a:endParaRPr sz="1200">
              <a:latin typeface="Cambria"/>
              <a:ea typeface="Cambria"/>
              <a:cs typeface="Cambria"/>
              <a:sym typeface="Cambria"/>
            </a:endParaRPr>
          </a:p>
          <a:p>
            <a:pPr indent="-327406" lvl="0" marL="457200" rtl="0" algn="just">
              <a:lnSpc>
                <a:spcPct val="107000"/>
              </a:lnSpc>
              <a:spcBef>
                <a:spcPts val="0"/>
              </a:spcBef>
              <a:spcAft>
                <a:spcPts val="0"/>
              </a:spcAft>
              <a:buSzPts val="1556"/>
              <a:buChar char="∙"/>
            </a:pPr>
            <a:r>
              <a:rPr lang="es-ES" sz="1200">
                <a:latin typeface="Cambria"/>
                <a:ea typeface="Cambria"/>
                <a:cs typeface="Cambria"/>
                <a:sym typeface="Cambria"/>
              </a:rPr>
              <a:t>Parte 1 de 4</a:t>
            </a:r>
            <a:endParaRPr sz="1200">
              <a:latin typeface="Cambria"/>
              <a:ea typeface="Cambria"/>
              <a:cs typeface="Cambria"/>
              <a:sym typeface="Cambria"/>
            </a:endParaRPr>
          </a:p>
        </p:txBody>
      </p:sp>
      <p:sp>
        <p:nvSpPr>
          <p:cNvPr id="231" name="Google Shape;231;p29"/>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MÓVIL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232" name="Google Shape;232;p29"/>
          <p:cNvGraphicFramePr/>
          <p:nvPr/>
        </p:nvGraphicFramePr>
        <p:xfrm>
          <a:off x="2964625" y="1876275"/>
          <a:ext cx="3000000" cy="3000000"/>
        </p:xfrm>
        <a:graphic>
          <a:graphicData uri="http://schemas.openxmlformats.org/drawingml/2006/table">
            <a:tbl>
              <a:tblPr>
                <a:noFill/>
                <a:tableStyleId>{BF136021-7255-42B7-A7E7-87A8D8FFE9CA}</a:tableStyleId>
              </a:tblPr>
              <a:tblGrid>
                <a:gridCol w="6062675"/>
              </a:tblGrid>
              <a:tr h="3682000">
                <a:tc>
                  <a:txBody>
                    <a:bodyPr/>
                    <a:lstStyle/>
                    <a:p>
                      <a:pPr indent="0" lvl="0" marL="0" rtl="0" algn="l">
                        <a:spcBef>
                          <a:spcPts val="0"/>
                        </a:spcBef>
                        <a:spcAft>
                          <a:spcPts val="0"/>
                        </a:spcAft>
                        <a:buNone/>
                      </a:pPr>
                      <a:r>
                        <a:rPr lang="es-ES" sz="900">
                          <a:solidFill>
                            <a:srgbClr val="4F81BD"/>
                          </a:solidFill>
                          <a:latin typeface="Calibri"/>
                          <a:ea typeface="Calibri"/>
                          <a:cs typeface="Calibri"/>
                          <a:sym typeface="Calibri"/>
                        </a:rPr>
                        <a:t>package ec.edu.monster.util;</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import ec.edu.monster.modelo.Constantes;</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import javax.xml.namespace.QName;</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import javax.xml.soap.SOAPEnvelope;</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import javax.xml.soap.SOAPHeader;</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import javax.xml.soap.SOAPHeaderElement;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import javax.xml.soap.SOAPMessage;</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import javax.xml.ws.BindingProvider;</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import javax.xml.ws.handler.Handler;</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import javax.xml.ws.handler.MessageContext;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import javax.xml.ws.handler.soap.SOAPHandler;</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import javax.xml.ws.handler.soap.SOAPMessageContext;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import java.util.ArrayList;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import java.util.List;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import java.util.Set;</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public class HeaderTokenSOAPHandler implements SOAPHandler&lt;SOAPMessageContext&gt; {</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private final String token;</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 Constructor que usa el token global de Constantes por defecto</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public HeaderTokenSOAPHandler()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this.token = null;</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9"/>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230" name="Google Shape;230;p29"/>
          <p:cNvSpPr txBox="1"/>
          <p:nvPr>
            <p:ph idx="1" type="body"/>
          </p:nvPr>
        </p:nvSpPr>
        <p:spPr>
          <a:xfrm>
            <a:off x="581200" y="1876275"/>
            <a:ext cx="2132400" cy="4701300"/>
          </a:xfrm>
          <a:prstGeom prst="rect">
            <a:avLst/>
          </a:prstGeom>
          <a:noFill/>
          <a:ln>
            <a:noFill/>
          </a:ln>
        </p:spPr>
        <p:txBody>
          <a:bodyPr anchorCtr="0" anchor="ctr" bIns="45700" lIns="91425" spcFirstLastPara="1" rIns="91425" wrap="square" tIns="45700">
            <a:normAutofit/>
          </a:bodyPr>
          <a:lstStyle/>
          <a:p>
            <a:pPr indent="-327406" lvl="0" marL="457200" rtl="0" algn="just">
              <a:lnSpc>
                <a:spcPct val="107000"/>
              </a:lnSpc>
              <a:spcBef>
                <a:spcPts val="0"/>
              </a:spcBef>
              <a:spcAft>
                <a:spcPts val="0"/>
              </a:spcAft>
              <a:buSzPts val="1556"/>
              <a:buChar char="∙"/>
            </a:pPr>
            <a:r>
              <a:rPr lang="es-ES" sz="1200">
                <a:latin typeface="Cambria"/>
                <a:ea typeface="Cambria"/>
                <a:cs typeface="Cambria"/>
                <a:sym typeface="Cambria"/>
              </a:rPr>
              <a:t>HeaderTokenSOAPHandler</a:t>
            </a:r>
            <a:endParaRPr sz="1200">
              <a:latin typeface="Cambria"/>
              <a:ea typeface="Cambria"/>
              <a:cs typeface="Cambria"/>
              <a:sym typeface="Cambria"/>
            </a:endParaRPr>
          </a:p>
          <a:p>
            <a:pPr indent="-327406" lvl="0" marL="457200" rtl="0" algn="just">
              <a:lnSpc>
                <a:spcPct val="107000"/>
              </a:lnSpc>
              <a:spcBef>
                <a:spcPts val="0"/>
              </a:spcBef>
              <a:spcAft>
                <a:spcPts val="0"/>
              </a:spcAft>
              <a:buSzPts val="1556"/>
              <a:buChar char="∙"/>
            </a:pPr>
            <a:r>
              <a:rPr lang="es-ES" sz="1200">
                <a:latin typeface="Cambria"/>
                <a:ea typeface="Cambria"/>
                <a:cs typeface="Cambria"/>
                <a:sym typeface="Cambria"/>
              </a:rPr>
              <a:t>Parte 2 de 4</a:t>
            </a:r>
            <a:endParaRPr sz="1200">
              <a:latin typeface="Cambria"/>
              <a:ea typeface="Cambria"/>
              <a:cs typeface="Cambria"/>
              <a:sym typeface="Cambria"/>
            </a:endParaRPr>
          </a:p>
        </p:txBody>
      </p:sp>
      <p:sp>
        <p:nvSpPr>
          <p:cNvPr id="231" name="Google Shape;231;p29"/>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MÓVIL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232" name="Google Shape;232;p29"/>
          <p:cNvGraphicFramePr/>
          <p:nvPr/>
        </p:nvGraphicFramePr>
        <p:xfrm>
          <a:off x="2964625" y="1876275"/>
          <a:ext cx="3000000" cy="3000000"/>
        </p:xfrm>
        <a:graphic>
          <a:graphicData uri="http://schemas.openxmlformats.org/drawingml/2006/table">
            <a:tbl>
              <a:tblPr>
                <a:noFill/>
                <a:tableStyleId>{BF136021-7255-42B7-A7E7-87A8D8FFE9CA}</a:tableStyleId>
              </a:tblPr>
              <a:tblGrid>
                <a:gridCol w="6062675"/>
              </a:tblGrid>
              <a:tr h="3545000">
                <a:tc>
                  <a:txBody>
                    <a:bodyPr/>
                    <a:lstStyle/>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 Constructor opcional para pasar un token específico</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public HeaderTokenSOAPHandler(String token)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this.token = token;</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 Método de conveniencia estático para inyectar el Handler en cualquier BindingProvider</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public static void adjuntarTokenHandler(BindingProvider bindingProvider, String token)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List&lt;Handler&gt; handlerChain = bindingProvider.getBinding().getHandlerChain();</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if (handlerChain == null)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handlerChain = new ArrayList&lt;&gt;();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handlerChain.add(new HeaderTokenSOAPHandler(token));</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bindingProvider.getBinding().setHandlerChain(handlerChain);</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@Override</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public boolean handleMessage(SOAPMessageContext context)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Boolean isOutbound = (Boolean) context.get(SOAPMessageContext.MESSAGE_OUTBOUND_PROPERTY);</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if (Boolean.TRUE.equals(isOutbound)) {</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9"/>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230" name="Google Shape;230;p29"/>
          <p:cNvSpPr txBox="1"/>
          <p:nvPr>
            <p:ph idx="1" type="body"/>
          </p:nvPr>
        </p:nvSpPr>
        <p:spPr>
          <a:xfrm>
            <a:off x="581200" y="1876275"/>
            <a:ext cx="2132400" cy="4701300"/>
          </a:xfrm>
          <a:prstGeom prst="rect">
            <a:avLst/>
          </a:prstGeom>
          <a:noFill/>
          <a:ln>
            <a:noFill/>
          </a:ln>
        </p:spPr>
        <p:txBody>
          <a:bodyPr anchorCtr="0" anchor="ctr" bIns="45700" lIns="91425" spcFirstLastPara="1" rIns="91425" wrap="square" tIns="45700">
            <a:normAutofit/>
          </a:bodyPr>
          <a:lstStyle/>
          <a:p>
            <a:pPr indent="-327406" lvl="0" marL="457200" rtl="0" algn="just">
              <a:lnSpc>
                <a:spcPct val="107000"/>
              </a:lnSpc>
              <a:spcBef>
                <a:spcPts val="0"/>
              </a:spcBef>
              <a:spcAft>
                <a:spcPts val="0"/>
              </a:spcAft>
              <a:buSzPts val="1556"/>
              <a:buChar char="∙"/>
            </a:pPr>
            <a:r>
              <a:rPr lang="es-ES" sz="1200">
                <a:latin typeface="Cambria"/>
                <a:ea typeface="Cambria"/>
                <a:cs typeface="Cambria"/>
                <a:sym typeface="Cambria"/>
              </a:rPr>
              <a:t>HeaderTokenSOAPHandler</a:t>
            </a:r>
            <a:endParaRPr sz="1200">
              <a:latin typeface="Cambria"/>
              <a:ea typeface="Cambria"/>
              <a:cs typeface="Cambria"/>
              <a:sym typeface="Cambria"/>
            </a:endParaRPr>
          </a:p>
          <a:p>
            <a:pPr indent="-327406" lvl="0" marL="457200" rtl="0" algn="just">
              <a:lnSpc>
                <a:spcPct val="107000"/>
              </a:lnSpc>
              <a:spcBef>
                <a:spcPts val="0"/>
              </a:spcBef>
              <a:spcAft>
                <a:spcPts val="0"/>
              </a:spcAft>
              <a:buSzPts val="1556"/>
              <a:buChar char="∙"/>
            </a:pPr>
            <a:r>
              <a:rPr lang="es-ES" sz="1200">
                <a:latin typeface="Cambria"/>
                <a:ea typeface="Cambria"/>
                <a:cs typeface="Cambria"/>
                <a:sym typeface="Cambria"/>
              </a:rPr>
              <a:t>Parte 3 de 4</a:t>
            </a:r>
            <a:endParaRPr sz="1200">
              <a:latin typeface="Cambria"/>
              <a:ea typeface="Cambria"/>
              <a:cs typeface="Cambria"/>
              <a:sym typeface="Cambria"/>
            </a:endParaRPr>
          </a:p>
        </p:txBody>
      </p:sp>
      <p:sp>
        <p:nvSpPr>
          <p:cNvPr id="231" name="Google Shape;231;p29"/>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MÓVIL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232" name="Google Shape;232;p29"/>
          <p:cNvGraphicFramePr/>
          <p:nvPr/>
        </p:nvGraphicFramePr>
        <p:xfrm>
          <a:off x="2964625" y="1876275"/>
          <a:ext cx="3000000" cy="3000000"/>
        </p:xfrm>
        <a:graphic>
          <a:graphicData uri="http://schemas.openxmlformats.org/drawingml/2006/table">
            <a:tbl>
              <a:tblPr>
                <a:noFill/>
                <a:tableStyleId>{BF136021-7255-42B7-A7E7-87A8D8FFE9CA}</a:tableStyleId>
              </a:tblPr>
              <a:tblGrid>
                <a:gridCol w="6062675"/>
              </a:tblGrid>
              <a:tr h="3682000">
                <a:tc>
                  <a:txBody>
                    <a:bodyPr/>
                    <a:lstStyle/>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try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SOAPMessage message = context.getMessage();</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SOAPEnvelope envelope = message.getSOAPPart().getEnvelope();</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SOAPHeader header = envelope.getHeader();</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if (header == null)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header = envelope.addHeader();</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String namespaceURI = "http://webservicio.monster.edu.ec/";</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QName tokenQName = new QName(namespaceURI, "Token", "web");</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SOAPHeaderElement tokenElement = header.addHeaderElement(tokenQName);</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 Si se pasó un token al constructor se usa ese; si no, se usa Constantes.token</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String tokenAInyectar = (this.token != null) ? this.token : Constantes.token;</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tokenElement.addTextNode(tokenAInyectar);</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message.saveChanges();</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 catch (Exception e)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e.printStackTrace();</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9"/>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230" name="Google Shape;230;p29"/>
          <p:cNvSpPr txBox="1"/>
          <p:nvPr>
            <p:ph idx="1" type="body"/>
          </p:nvPr>
        </p:nvSpPr>
        <p:spPr>
          <a:xfrm>
            <a:off x="581200" y="1876275"/>
            <a:ext cx="2132400" cy="4701300"/>
          </a:xfrm>
          <a:prstGeom prst="rect">
            <a:avLst/>
          </a:prstGeom>
          <a:noFill/>
          <a:ln>
            <a:noFill/>
          </a:ln>
        </p:spPr>
        <p:txBody>
          <a:bodyPr anchorCtr="0" anchor="ctr" bIns="45700" lIns="91425" spcFirstLastPara="1" rIns="91425" wrap="square" tIns="45700">
            <a:normAutofit/>
          </a:bodyPr>
          <a:lstStyle/>
          <a:p>
            <a:pPr indent="-327406" lvl="0" marL="457200" rtl="0" algn="just">
              <a:lnSpc>
                <a:spcPct val="107000"/>
              </a:lnSpc>
              <a:spcBef>
                <a:spcPts val="0"/>
              </a:spcBef>
              <a:spcAft>
                <a:spcPts val="0"/>
              </a:spcAft>
              <a:buSzPts val="1556"/>
              <a:buChar char="∙"/>
            </a:pPr>
            <a:r>
              <a:rPr lang="es-ES" sz="1200">
                <a:latin typeface="Cambria"/>
                <a:ea typeface="Cambria"/>
                <a:cs typeface="Cambria"/>
                <a:sym typeface="Cambria"/>
              </a:rPr>
              <a:t>HeaderTokenSOAPHandler</a:t>
            </a:r>
            <a:endParaRPr sz="1200">
              <a:latin typeface="Cambria"/>
              <a:ea typeface="Cambria"/>
              <a:cs typeface="Cambria"/>
              <a:sym typeface="Cambria"/>
            </a:endParaRPr>
          </a:p>
          <a:p>
            <a:pPr indent="-327406" lvl="0" marL="457200" rtl="0" algn="just">
              <a:lnSpc>
                <a:spcPct val="107000"/>
              </a:lnSpc>
              <a:spcBef>
                <a:spcPts val="0"/>
              </a:spcBef>
              <a:spcAft>
                <a:spcPts val="0"/>
              </a:spcAft>
              <a:buSzPts val="1556"/>
              <a:buChar char="∙"/>
            </a:pPr>
            <a:r>
              <a:rPr lang="es-ES" sz="1200">
                <a:latin typeface="Cambria"/>
                <a:ea typeface="Cambria"/>
                <a:cs typeface="Cambria"/>
                <a:sym typeface="Cambria"/>
              </a:rPr>
              <a:t>Parte 4 de 4</a:t>
            </a:r>
            <a:endParaRPr sz="1200">
              <a:latin typeface="Cambria"/>
              <a:ea typeface="Cambria"/>
              <a:cs typeface="Cambria"/>
              <a:sym typeface="Cambria"/>
            </a:endParaRPr>
          </a:p>
        </p:txBody>
      </p:sp>
      <p:sp>
        <p:nvSpPr>
          <p:cNvPr id="231" name="Google Shape;231;p29"/>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MÓVIL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232" name="Google Shape;232;p29"/>
          <p:cNvGraphicFramePr/>
          <p:nvPr/>
        </p:nvGraphicFramePr>
        <p:xfrm>
          <a:off x="2964625" y="1876275"/>
          <a:ext cx="3000000" cy="3000000"/>
        </p:xfrm>
        <a:graphic>
          <a:graphicData uri="http://schemas.openxmlformats.org/drawingml/2006/table">
            <a:tbl>
              <a:tblPr>
                <a:noFill/>
                <a:tableStyleId>{BF136021-7255-42B7-A7E7-87A8D8FFE9CA}</a:tableStyleId>
              </a:tblPr>
              <a:tblGrid>
                <a:gridCol w="6062675"/>
              </a:tblGrid>
              <a:tr h="2449000">
                <a:tc>
                  <a:txBody>
                    <a:bodyPr/>
                    <a:lstStyle/>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return true;</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@Override</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public boolean handleFault(SOAPMessageContext context)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return true;</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@Override</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public void close(MessageContext context)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@Override</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public Set&lt;QName&gt; getHeaders()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return null;</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6"/>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p:nvPr>
            <p:ph idx="1" type="body"/>
          </p:nvPr>
        </p:nvSpPr>
        <p:spPr>
          <a:xfrm>
            <a:off x="581200" y="1850000"/>
            <a:ext cx="8589300" cy="1650000"/>
          </a:xfrm>
          <a:prstGeom prst="rect">
            <a:avLst/>
          </a:prstGeom>
          <a:noFill/>
          <a:ln>
            <a:noFill/>
          </a:ln>
        </p:spPr>
        <p:txBody>
          <a:bodyPr anchorCtr="0" anchor="ctr" bIns="45700" lIns="91425" spcFirstLastPara="1" rIns="91425" wrap="square" tIns="45700">
            <a:normAutofit/>
          </a:bodyPr>
          <a:lstStyle/>
          <a:p>
            <a:pPr indent="-342900" lvl="0" marL="342900" marR="0" rtl="0" algn="just">
              <a:lnSpc>
                <a:spcPct val="107000"/>
              </a:lnSpc>
              <a:spcBef>
                <a:spcPts val="0"/>
              </a:spcBef>
              <a:spcAft>
                <a:spcPts val="0"/>
              </a:spcAft>
              <a:buSzPts val="1785"/>
              <a:buChar char="∙"/>
            </a:pPr>
            <a:r>
              <a:rPr b="1" lang="es-ES" sz="1929">
                <a:latin typeface="Cambria"/>
                <a:ea typeface="Cambria"/>
                <a:cs typeface="Cambria"/>
                <a:sym typeface="Cambria"/>
              </a:rPr>
              <a:t>Cliente Consola – Paso 5</a:t>
            </a:r>
            <a:endParaRPr b="1" sz="1929">
              <a:latin typeface="Cambria"/>
              <a:ea typeface="Cambria"/>
              <a:cs typeface="Cambria"/>
              <a:sym typeface="Cambria"/>
            </a:endParaRPr>
          </a:p>
          <a:p>
            <a:pPr indent="0" lvl="0" marL="0" marR="0" rtl="0" algn="just">
              <a:lnSpc>
                <a:spcPct val="107000"/>
              </a:lnSpc>
              <a:spcBef>
                <a:spcPts val="0"/>
              </a:spcBef>
              <a:spcAft>
                <a:spcPts val="0"/>
              </a:spcAft>
              <a:buSzPts val="1948"/>
              <a:buNone/>
            </a:pPr>
            <a:r>
              <a:t/>
            </a:r>
            <a:endParaRPr>
              <a:latin typeface="Cambria"/>
              <a:ea typeface="Cambria"/>
              <a:cs typeface="Cambria"/>
              <a:sym typeface="Cambria"/>
            </a:endParaRPr>
          </a:p>
          <a:p>
            <a:pPr indent="-342900" lvl="0" marL="342900" marR="0" rtl="0" algn="just">
              <a:lnSpc>
                <a:spcPct val="107000"/>
              </a:lnSpc>
              <a:spcBef>
                <a:spcPts val="0"/>
              </a:spcBef>
              <a:spcAft>
                <a:spcPts val="0"/>
              </a:spcAft>
              <a:buSzPts val="1656"/>
              <a:buFont typeface="Noto Sans Symbols"/>
              <a:buChar char="∙"/>
            </a:pPr>
            <a:r>
              <a:rPr lang="es-ES" sz="1800">
                <a:latin typeface="Cambria"/>
                <a:ea typeface="Cambria"/>
                <a:cs typeface="Cambria"/>
                <a:sym typeface="Cambria"/>
              </a:rPr>
              <a:t>Se puede verificar que el cliente funciona de forma correcta, se levanta y tiene comunicación.</a:t>
            </a:r>
            <a:endParaRPr sz="1800">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MÓVIL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pic>
        <p:nvPicPr>
          <p:cNvPr id="2016" name="Imagen 2016"/>
          <p:cNvPicPr preferRelativeResize="0"/>
          <p:nvPr/>
        </p:nvPicPr>
        <p:blipFill>
          <a:blip r:embed="rId10">
            <a:alphaModFix/>
          </a:blip>
          <a:stretch>
            <a:fillRect/>
          </a:stretch>
        </p:blipFill>
        <p:spPr>
          <a:xfrm>
            <a:off x="581200" y="4339182"/>
            <a:ext cx="8589000" cy="1471635"/>
          </a:xfrm>
          <a:prstGeom prst="rect">
            <a:avLst/>
          </a:prstGeom>
          <a:noFill/>
          <a:ln>
            <a:noFill/>
          </a:ln>
        </p:spPr>
      </p:pic>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6"/>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p:nvPr>
            <p:ph idx="1" type="body"/>
          </p:nvPr>
        </p:nvSpPr>
        <p:spPr>
          <a:xfrm>
            <a:off x="581200" y="1850000"/>
            <a:ext cx="8589300" cy="1650000"/>
          </a:xfrm>
          <a:prstGeom prst="rect">
            <a:avLst/>
          </a:prstGeom>
          <a:noFill/>
          <a:ln>
            <a:noFill/>
          </a:ln>
        </p:spPr>
        <p:txBody>
          <a:bodyPr anchorCtr="0" anchor="ctr" bIns="45700" lIns="91425" spcFirstLastPara="1" rIns="91425" wrap="square" tIns="45700">
            <a:normAutofit/>
          </a:bodyPr>
          <a:lstStyle/>
          <a:p>
            <a:pPr indent="-342900" lvl="0" marL="342900" marR="0" rtl="0" algn="just">
              <a:lnSpc>
                <a:spcPct val="107000"/>
              </a:lnSpc>
              <a:spcBef>
                <a:spcPts val="0"/>
              </a:spcBef>
              <a:spcAft>
                <a:spcPts val="0"/>
              </a:spcAft>
              <a:buSzPts val="1785"/>
              <a:buChar char="∙"/>
            </a:pPr>
            <a:r>
              <a:rPr b="1" lang="es-ES" sz="1929">
                <a:latin typeface="Cambria"/>
                <a:ea typeface="Cambria"/>
                <a:cs typeface="Cambria"/>
                <a:sym typeface="Cambria"/>
              </a:rPr>
              <a:t>Cliente Consola en funcionamiento</a:t>
            </a:r>
            <a:endParaRPr b="1" sz="1929">
              <a:latin typeface="Cambria"/>
              <a:ea typeface="Cambria"/>
              <a:cs typeface="Cambria"/>
              <a:sym typeface="Cambria"/>
            </a:endParaRPr>
          </a:p>
          <a:p>
            <a:pPr indent="0" lvl="0" marL="0" marR="0" rtl="0" algn="just">
              <a:lnSpc>
                <a:spcPct val="107000"/>
              </a:lnSpc>
              <a:spcBef>
                <a:spcPts val="0"/>
              </a:spcBef>
              <a:spcAft>
                <a:spcPts val="0"/>
              </a:spcAft>
              <a:buSzPts val="1948"/>
              <a:buNone/>
            </a:pPr>
            <a:r>
              <a:t/>
            </a:r>
            <a:endParaRPr>
              <a:latin typeface="Cambria"/>
              <a:ea typeface="Cambria"/>
              <a:cs typeface="Cambria"/>
              <a:sym typeface="Cambria"/>
            </a:endParaRPr>
          </a:p>
          <a:p>
            <a:pPr indent="-342900" lvl="0" marL="342900" marR="0" rtl="0" algn="just">
              <a:lnSpc>
                <a:spcPct val="107000"/>
              </a:lnSpc>
              <a:spcBef>
                <a:spcPts val="0"/>
              </a:spcBef>
              <a:spcAft>
                <a:spcPts val="0"/>
              </a:spcAft>
              <a:buSzPts val="1656"/>
              <a:buFont typeface="Noto Sans Symbols"/>
              <a:buChar char="∙"/>
            </a:pPr>
            <a:r>
              <a:rPr lang="es-ES" sz="1800">
                <a:latin typeface="Cambria"/>
                <a:ea typeface="Cambria"/>
                <a:cs typeface="Cambria"/>
                <a:sym typeface="Cambria"/>
              </a:rPr>
              <a:t>Login y conversor Consola.</a:t>
            </a:r>
            <a:endParaRPr sz="1800">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MÓVIL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pic>
        <p:nvPicPr>
          <p:cNvPr id="2017" name="Imagen 2017"/>
          <p:cNvPicPr preferRelativeResize="0"/>
          <p:nvPr/>
        </p:nvPicPr>
        <p:blipFill>
          <a:blip r:embed="rId10">
            <a:alphaModFix/>
          </a:blip>
          <a:stretch>
            <a:fillRect/>
          </a:stretch>
        </p:blipFill>
        <p:spPr>
          <a:xfrm>
            <a:off x="2240825" y="3600000"/>
            <a:ext cx="5269748" cy="2950000"/>
          </a:xfrm>
          <a:prstGeom prst="rect">
            <a:avLst/>
          </a:prstGeom>
          <a:noFill/>
          <a:ln>
            <a:noFill/>
          </a:ln>
        </p:spPr>
      </p:pic>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6"/>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p:nvPr>
            <p:ph idx="1" type="body"/>
          </p:nvPr>
        </p:nvSpPr>
        <p:spPr>
          <a:xfrm>
            <a:off x="581200" y="1850000"/>
            <a:ext cx="8589300" cy="1650000"/>
          </a:xfrm>
          <a:prstGeom prst="rect">
            <a:avLst/>
          </a:prstGeom>
          <a:noFill/>
          <a:ln>
            <a:noFill/>
          </a:ln>
        </p:spPr>
        <p:txBody>
          <a:bodyPr anchorCtr="0" anchor="ctr" bIns="45700" lIns="91425" spcFirstLastPara="1" rIns="91425" wrap="square" tIns="45700">
            <a:normAutofit/>
          </a:bodyPr>
          <a:lstStyle/>
          <a:p>
            <a:pPr indent="-342900" lvl="0" marL="342900" marR="0" rtl="0" algn="just">
              <a:lnSpc>
                <a:spcPct val="107000"/>
              </a:lnSpc>
              <a:spcBef>
                <a:spcPts val="0"/>
              </a:spcBef>
              <a:spcAft>
                <a:spcPts val="0"/>
              </a:spcAft>
              <a:buSzPts val="1785"/>
              <a:buChar char="∙"/>
            </a:pPr>
            <a:r>
              <a:rPr b="1" lang="es-ES" sz="1929">
                <a:latin typeface="Cambria"/>
                <a:ea typeface="Cambria"/>
                <a:cs typeface="Cambria"/>
                <a:sym typeface="Cambria"/>
              </a:rPr>
              <a:t>Cliente Escritorio – Pasos 1 y 2</a:t>
            </a:r>
            <a:endParaRPr b="1" sz="1929">
              <a:latin typeface="Cambria"/>
              <a:ea typeface="Cambria"/>
              <a:cs typeface="Cambria"/>
              <a:sym typeface="Cambria"/>
            </a:endParaRPr>
          </a:p>
          <a:p>
            <a:pPr indent="0" lvl="0" marL="0" marR="0" rtl="0" algn="just">
              <a:lnSpc>
                <a:spcPct val="107000"/>
              </a:lnSpc>
              <a:spcBef>
                <a:spcPts val="0"/>
              </a:spcBef>
              <a:spcAft>
                <a:spcPts val="0"/>
              </a:spcAft>
              <a:buSzPts val="1948"/>
              <a:buNone/>
            </a:pPr>
            <a:r>
              <a:t/>
            </a:r>
            <a:endParaRPr>
              <a:latin typeface="Cambria"/>
              <a:ea typeface="Cambria"/>
              <a:cs typeface="Cambria"/>
              <a:sym typeface="Cambria"/>
            </a:endParaRPr>
          </a:p>
          <a:p>
            <a:pPr indent="-342900" lvl="0" marL="342900" marR="0" rtl="0" algn="just">
              <a:lnSpc>
                <a:spcPct val="107000"/>
              </a:lnSpc>
              <a:spcBef>
                <a:spcPts val="0"/>
              </a:spcBef>
              <a:spcAft>
                <a:spcPts val="0"/>
              </a:spcAft>
              <a:buSzPts val="1656"/>
              <a:buFont typeface="Noto Sans Symbols"/>
              <a:buChar char="∙"/>
            </a:pPr>
            <a:r>
              <a:rPr lang="es-ES" sz="1800">
                <a:latin typeface="Cambria"/>
                <a:ea typeface="Cambria"/>
                <a:cs typeface="Cambria"/>
                <a:sym typeface="Cambria"/>
              </a:rPr>
              <a:t>Se usó NetBeans: se crea un nuevo proyecto con el gestor Java with Maven, el tipo de aplicativo es Java Application.</a:t>
            </a:r>
            <a:endParaRPr sz="1800">
              <a:latin typeface="Cambria"/>
              <a:ea typeface="Cambria"/>
              <a:cs typeface="Cambria"/>
              <a:sym typeface="Cambria"/>
            </a:endParaRPr>
          </a:p>
          <a:p>
            <a:pPr indent="-342900" lvl="0" marL="342900" marR="0" rtl="0" algn="just">
              <a:lnSpc>
                <a:spcPct val="107000"/>
              </a:lnSpc>
              <a:spcBef>
                <a:spcPts val="0"/>
              </a:spcBef>
              <a:spcAft>
                <a:spcPts val="0"/>
              </a:spcAft>
              <a:buSzPts val="1656"/>
              <a:buFont typeface="Noto Sans Symbols"/>
              <a:buChar char="∙"/>
            </a:pPr>
            <a:r>
              <a:rPr lang="es-ES" sz="1800">
                <a:latin typeface="Cambria"/>
                <a:ea typeface="Cambria"/>
                <a:cs typeface="Cambria"/>
                <a:sym typeface="Cambria"/>
              </a:rPr>
              <a:t>Se asigna un nombre al proyecto, se da una ubicación y se configura el group id con el que se quiere nombrar.</a:t>
            </a:r>
            <a:endParaRPr sz="1800">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MÓVIL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pic>
        <p:nvPicPr>
          <p:cNvPr id="2018" name="Imagen 2018"/>
          <p:cNvPicPr preferRelativeResize="0"/>
          <p:nvPr/>
        </p:nvPicPr>
        <p:blipFill>
          <a:blip r:embed="rId10">
            <a:alphaModFix/>
          </a:blip>
          <a:stretch>
            <a:fillRect/>
          </a:stretch>
        </p:blipFill>
        <p:spPr>
          <a:xfrm>
            <a:off x="2813050" y="3600000"/>
            <a:ext cx="4125298" cy="2950000"/>
          </a:xfrm>
          <a:prstGeom prst="rect">
            <a:avLst/>
          </a:prstGeom>
          <a:noFill/>
          <a:ln>
            <a:noFill/>
          </a:ln>
        </p:spPr>
      </p:pic>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6"/>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p:nvPr>
            <p:ph idx="1" type="body"/>
          </p:nvPr>
        </p:nvSpPr>
        <p:spPr>
          <a:xfrm>
            <a:off x="581200" y="1850000"/>
            <a:ext cx="8589300" cy="1650000"/>
          </a:xfrm>
          <a:prstGeom prst="rect">
            <a:avLst/>
          </a:prstGeom>
          <a:noFill/>
          <a:ln>
            <a:noFill/>
          </a:ln>
        </p:spPr>
        <p:txBody>
          <a:bodyPr anchorCtr="0" anchor="ctr" bIns="45700" lIns="91425" spcFirstLastPara="1" rIns="91425" wrap="square" tIns="45700">
            <a:normAutofit/>
          </a:bodyPr>
          <a:lstStyle/>
          <a:p>
            <a:pPr indent="-342900" lvl="0" marL="342900" marR="0" rtl="0" algn="just">
              <a:lnSpc>
                <a:spcPct val="107000"/>
              </a:lnSpc>
              <a:spcBef>
                <a:spcPts val="0"/>
              </a:spcBef>
              <a:spcAft>
                <a:spcPts val="0"/>
              </a:spcAft>
              <a:buSzPts val="1785"/>
              <a:buChar char="∙"/>
            </a:pPr>
            <a:r>
              <a:rPr b="1" lang="es-ES" sz="1929">
                <a:latin typeface="Cambria"/>
                <a:ea typeface="Cambria"/>
                <a:cs typeface="Cambria"/>
                <a:sym typeface="Cambria"/>
              </a:rPr>
              <a:t>Cliente Escritorio – Paso 3</a:t>
            </a:r>
            <a:endParaRPr b="1" sz="1929">
              <a:latin typeface="Cambria"/>
              <a:ea typeface="Cambria"/>
              <a:cs typeface="Cambria"/>
              <a:sym typeface="Cambria"/>
            </a:endParaRPr>
          </a:p>
          <a:p>
            <a:pPr indent="0" lvl="0" marL="0" marR="0" rtl="0" algn="just">
              <a:lnSpc>
                <a:spcPct val="107000"/>
              </a:lnSpc>
              <a:spcBef>
                <a:spcPts val="0"/>
              </a:spcBef>
              <a:spcAft>
                <a:spcPts val="0"/>
              </a:spcAft>
              <a:buSzPts val="1948"/>
              <a:buNone/>
            </a:pPr>
            <a:r>
              <a:t/>
            </a:r>
            <a:endParaRPr>
              <a:latin typeface="Cambria"/>
              <a:ea typeface="Cambria"/>
              <a:cs typeface="Cambria"/>
              <a:sym typeface="Cambria"/>
            </a:endParaRPr>
          </a:p>
          <a:p>
            <a:pPr indent="-342900" lvl="0" marL="342900" marR="0" rtl="0" algn="just">
              <a:lnSpc>
                <a:spcPct val="107000"/>
              </a:lnSpc>
              <a:spcBef>
                <a:spcPts val="0"/>
              </a:spcBef>
              <a:spcAft>
                <a:spcPts val="0"/>
              </a:spcAft>
              <a:buSzPts val="1656"/>
              <a:buFont typeface="Noto Sans Symbols"/>
              <a:buChar char="∙"/>
            </a:pPr>
            <a:r>
              <a:rPr lang="es-ES" sz="1800">
                <a:latin typeface="Cambria"/>
                <a:ea typeface="Cambria"/>
                <a:cs typeface="Cambria"/>
                <a:sym typeface="Cambria"/>
              </a:rPr>
              <a:t>Una vez que se creó el proyecto se deben generar los diferentes paquetes, donde se colocarán los archivos con código fuente.</a:t>
            </a:r>
            <a:endParaRPr sz="1800">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MÓVIL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pic>
        <p:nvPicPr>
          <p:cNvPr id="2019" name="Imagen 2019"/>
          <p:cNvPicPr preferRelativeResize="0"/>
          <p:nvPr/>
        </p:nvPicPr>
        <p:blipFill>
          <a:blip r:embed="rId10">
            <a:alphaModFix/>
          </a:blip>
          <a:stretch>
            <a:fillRect/>
          </a:stretch>
        </p:blipFill>
        <p:spPr>
          <a:xfrm>
            <a:off x="2222901" y="3600000"/>
            <a:ext cx="5305597" cy="2950000"/>
          </a:xfrm>
          <a:prstGeom prst="rect">
            <a:avLst/>
          </a:prstGeom>
          <a:noFill/>
          <a:ln>
            <a:noFill/>
          </a:ln>
        </p:spPr>
      </p:pic>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9"/>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230" name="Google Shape;230;p29"/>
          <p:cNvSpPr txBox="1"/>
          <p:nvPr>
            <p:ph idx="1" type="body"/>
          </p:nvPr>
        </p:nvSpPr>
        <p:spPr>
          <a:xfrm>
            <a:off x="581200" y="1876275"/>
            <a:ext cx="2132400" cy="4701300"/>
          </a:xfrm>
          <a:prstGeom prst="rect">
            <a:avLst/>
          </a:prstGeom>
          <a:noFill/>
          <a:ln>
            <a:noFill/>
          </a:ln>
        </p:spPr>
        <p:txBody>
          <a:bodyPr anchorCtr="0" anchor="ctr" bIns="45700" lIns="91425" spcFirstLastPara="1" rIns="91425" wrap="square" tIns="45700">
            <a:normAutofit/>
          </a:bodyPr>
          <a:lstStyle/>
          <a:p>
            <a:pPr indent="-327406" lvl="0" marL="457200" rtl="0" algn="just">
              <a:lnSpc>
                <a:spcPct val="107000"/>
              </a:lnSpc>
              <a:spcBef>
                <a:spcPts val="0"/>
              </a:spcBef>
              <a:spcAft>
                <a:spcPts val="0"/>
              </a:spcAft>
              <a:buSzPts val="1556"/>
              <a:buChar char="∙"/>
            </a:pPr>
            <a:r>
              <a:rPr lang="es-ES" sz="1200">
                <a:latin typeface="Cambria"/>
                <a:ea typeface="Cambria"/>
                <a:cs typeface="Cambria"/>
                <a:sym typeface="Cambria"/>
              </a:rPr>
              <a:t>Paso 4. A continuación se detallarán las clases principales con su código fuente.</a:t>
            </a:r>
            <a:endParaRPr sz="1200">
              <a:latin typeface="Cambria"/>
              <a:ea typeface="Cambria"/>
              <a:cs typeface="Cambria"/>
              <a:sym typeface="Cambria"/>
            </a:endParaRPr>
          </a:p>
          <a:p>
            <a:pPr indent="-327406" lvl="0" marL="457200" rtl="0" algn="just">
              <a:lnSpc>
                <a:spcPct val="107000"/>
              </a:lnSpc>
              <a:spcBef>
                <a:spcPts val="0"/>
              </a:spcBef>
              <a:spcAft>
                <a:spcPts val="0"/>
              </a:spcAft>
              <a:buSzPts val="1556"/>
              <a:buChar char="∙"/>
            </a:pPr>
            <a:r>
              <a:rPr lang="es-ES" sz="1200">
                <a:latin typeface="Cambria"/>
                <a:ea typeface="Cambria"/>
                <a:cs typeface="Cambria"/>
                <a:sym typeface="Cambria"/>
              </a:rPr>
              <a:t>Autenticador</a:t>
            </a:r>
            <a:endParaRPr sz="1200">
              <a:latin typeface="Cambria"/>
              <a:ea typeface="Cambria"/>
              <a:cs typeface="Cambria"/>
              <a:sym typeface="Cambria"/>
            </a:endParaRPr>
          </a:p>
          <a:p>
            <a:pPr indent="-327406" lvl="0" marL="457200" rtl="0" algn="just">
              <a:lnSpc>
                <a:spcPct val="107000"/>
              </a:lnSpc>
              <a:spcBef>
                <a:spcPts val="0"/>
              </a:spcBef>
              <a:spcAft>
                <a:spcPts val="0"/>
              </a:spcAft>
              <a:buSzPts val="1556"/>
              <a:buChar char="∙"/>
            </a:pPr>
            <a:r>
              <a:rPr lang="es-ES" sz="1200">
                <a:latin typeface="Cambria"/>
                <a:ea typeface="Cambria"/>
                <a:cs typeface="Cambria"/>
                <a:sym typeface="Cambria"/>
              </a:rPr>
              <a:t>Parte 1 de 2</a:t>
            </a:r>
            <a:endParaRPr sz="1200">
              <a:latin typeface="Cambria"/>
              <a:ea typeface="Cambria"/>
              <a:cs typeface="Cambria"/>
              <a:sym typeface="Cambria"/>
            </a:endParaRPr>
          </a:p>
        </p:txBody>
      </p:sp>
      <p:sp>
        <p:nvSpPr>
          <p:cNvPr id="231" name="Google Shape;231;p29"/>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MÓVIL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232" name="Google Shape;232;p29"/>
          <p:cNvGraphicFramePr/>
          <p:nvPr/>
        </p:nvGraphicFramePr>
        <p:xfrm>
          <a:off x="2964625" y="1876275"/>
          <a:ext cx="3000000" cy="3000000"/>
        </p:xfrm>
        <a:graphic>
          <a:graphicData uri="http://schemas.openxmlformats.org/drawingml/2006/table">
            <a:tbl>
              <a:tblPr>
                <a:noFill/>
                <a:tableStyleId>{BF136021-7255-42B7-A7E7-87A8D8FFE9CA}</a:tableStyleId>
              </a:tblPr>
              <a:tblGrid>
                <a:gridCol w="6062675"/>
              </a:tblGrid>
              <a:tr h="3545000">
                <a:tc>
                  <a:txBody>
                    <a:bodyPr/>
                    <a:lstStyle/>
                    <a:p>
                      <a:pPr indent="0" lvl="0" marL="0" rtl="0" algn="l">
                        <a:spcBef>
                          <a:spcPts val="0"/>
                        </a:spcBef>
                        <a:spcAft>
                          <a:spcPts val="0"/>
                        </a:spcAft>
                        <a:buNone/>
                      </a:pPr>
                      <a:r>
                        <a:rPr lang="es-ES" sz="900">
                          <a:solidFill>
                            <a:srgbClr val="4F81BD"/>
                          </a:solidFill>
                          <a:latin typeface="Calibri"/>
                          <a:ea typeface="Calibri"/>
                          <a:cs typeface="Calibri"/>
                          <a:sym typeface="Calibri"/>
                        </a:rPr>
                        <a:t>package ec.edu.monster.controlador;</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import ec.edu.monster.modelo.Usuario;</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import ec.edu.monster.util.ConfigLoader;</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import ec.edu.monster.util.HeaderTokenSOAPHandler;</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import javax.xml.ws.BindingProvider;</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public class Autenticador {</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public String login(Usuario usuario)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ec.edu.monster.webservice.WSAutenticador_Service service = new ec.edu.monster.webservice.WSAutenticador_Service();</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ec.edu.monster.webservice.WSAutenticador port = service.getWSAutenticadorPort();</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 🔹 Inyectar URL dinámica desde el archivo config.properties</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BindingProvider bp = (BindingProvider) port;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bp.getRequestContext().put(BindingProvider.ENDPOINT_ADDRESS_PROPERTY, ConfigLoader.getEndpointAutenticador());</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ec.edu.monster.webservice.Usuario usuarioSoap = new ec.edu.monster.webservice.Usuario();</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usuarioSoap.setUsername(usuario.getUsuario());</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usuarioSoap.setPassword(usuario.getContrasena());</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9"/>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230" name="Google Shape;230;p29"/>
          <p:cNvSpPr txBox="1"/>
          <p:nvPr>
            <p:ph idx="1" type="body"/>
          </p:nvPr>
        </p:nvSpPr>
        <p:spPr>
          <a:xfrm>
            <a:off x="581200" y="1876275"/>
            <a:ext cx="2132400" cy="4701300"/>
          </a:xfrm>
          <a:prstGeom prst="rect">
            <a:avLst/>
          </a:prstGeom>
          <a:noFill/>
          <a:ln>
            <a:noFill/>
          </a:ln>
        </p:spPr>
        <p:txBody>
          <a:bodyPr anchorCtr="0" anchor="ctr" bIns="45700" lIns="91425" spcFirstLastPara="1" rIns="91425" wrap="square" tIns="45700">
            <a:normAutofit/>
          </a:bodyPr>
          <a:lstStyle/>
          <a:p>
            <a:pPr indent="-327406" lvl="0" marL="457200" rtl="0" algn="just">
              <a:lnSpc>
                <a:spcPct val="107000"/>
              </a:lnSpc>
              <a:spcBef>
                <a:spcPts val="0"/>
              </a:spcBef>
              <a:spcAft>
                <a:spcPts val="0"/>
              </a:spcAft>
              <a:buSzPts val="1556"/>
              <a:buChar char="∙"/>
            </a:pPr>
            <a:r>
              <a:rPr lang="es-ES" sz="1200">
                <a:latin typeface="Cambria"/>
                <a:ea typeface="Cambria"/>
                <a:cs typeface="Cambria"/>
                <a:sym typeface="Cambria"/>
              </a:rPr>
              <a:t>Autenticador</a:t>
            </a:r>
            <a:endParaRPr sz="1200">
              <a:latin typeface="Cambria"/>
              <a:ea typeface="Cambria"/>
              <a:cs typeface="Cambria"/>
              <a:sym typeface="Cambria"/>
            </a:endParaRPr>
          </a:p>
          <a:p>
            <a:pPr indent="-327406" lvl="0" marL="457200" rtl="0" algn="just">
              <a:lnSpc>
                <a:spcPct val="107000"/>
              </a:lnSpc>
              <a:spcBef>
                <a:spcPts val="0"/>
              </a:spcBef>
              <a:spcAft>
                <a:spcPts val="0"/>
              </a:spcAft>
              <a:buSzPts val="1556"/>
              <a:buChar char="∙"/>
            </a:pPr>
            <a:r>
              <a:rPr lang="es-ES" sz="1200">
                <a:latin typeface="Cambria"/>
                <a:ea typeface="Cambria"/>
                <a:cs typeface="Cambria"/>
                <a:sym typeface="Cambria"/>
              </a:rPr>
              <a:t>Parte 2 de 2</a:t>
            </a:r>
            <a:endParaRPr sz="1200">
              <a:latin typeface="Cambria"/>
              <a:ea typeface="Cambria"/>
              <a:cs typeface="Cambria"/>
              <a:sym typeface="Cambria"/>
            </a:endParaRPr>
          </a:p>
        </p:txBody>
      </p:sp>
      <p:sp>
        <p:nvSpPr>
          <p:cNvPr id="231" name="Google Shape;231;p29"/>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MÓVIL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232" name="Google Shape;232;p29"/>
          <p:cNvGraphicFramePr/>
          <p:nvPr/>
        </p:nvGraphicFramePr>
        <p:xfrm>
          <a:off x="2964625" y="1876275"/>
          <a:ext cx="3000000" cy="3000000"/>
        </p:xfrm>
        <a:graphic>
          <a:graphicData uri="http://schemas.openxmlformats.org/drawingml/2006/table">
            <a:tbl>
              <a:tblPr>
                <a:noFill/>
                <a:tableStyleId>{BF136021-7255-42B7-A7E7-87A8D8FFE9CA}</a:tableStyleId>
              </a:tblPr>
              <a:tblGrid>
                <a:gridCol w="6062675"/>
              </a:tblGrid>
              <a:tr h="2860000">
                <a:tc>
                  <a:txBody>
                    <a:bodyPr/>
                    <a:lstStyle/>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return port.login(usuarioSoap);</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public boolean logout(String token)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ec.edu.monster.webservice.WSAutenticador_Service service = new ec.edu.monster.webservice.WSAutenticador_Service();</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ec.edu.monster.webservice.WSAutenticador port = service.getWSAutenticadorPort();</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 🔹 Inyectar URL dinámica desde el archivo config.properties</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BindingProvider bp = (BindingProvider) port;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bp.getRequestContext().put(BindingProvider.ENDPOINT_ADDRESS_PROPERTY, ConfigLoader.getEndpointAutenticador());</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 Inyección reutilizable de la cabecera SOAP</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HeaderTokenSOAPHandler.adjuntarTokenHandler(bp, token);</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return port.logout(token);</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6"/>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p:nvPr>
            <p:ph idx="1" type="body"/>
          </p:nvPr>
        </p:nvSpPr>
        <p:spPr>
          <a:xfrm>
            <a:off x="581200" y="1850000"/>
            <a:ext cx="8589300" cy="1650000"/>
          </a:xfrm>
          <a:prstGeom prst="rect">
            <a:avLst/>
          </a:prstGeom>
          <a:noFill/>
          <a:ln>
            <a:noFill/>
          </a:ln>
        </p:spPr>
        <p:txBody>
          <a:bodyPr anchorCtr="0" anchor="ctr" bIns="45700" lIns="91425" spcFirstLastPara="1" rIns="91425" wrap="square" tIns="45700">
            <a:normAutofit/>
          </a:bodyPr>
          <a:lstStyle/>
          <a:p>
            <a:pPr indent="-342900" lvl="0" marL="342900" marR="0" rtl="0" algn="just">
              <a:lnSpc>
                <a:spcPct val="107000"/>
              </a:lnSpc>
              <a:spcBef>
                <a:spcPts val="0"/>
              </a:spcBef>
              <a:spcAft>
                <a:spcPts val="0"/>
              </a:spcAft>
              <a:buSzPts val="1785"/>
              <a:buChar char="∙"/>
            </a:pPr>
            <a:r>
              <a:rPr b="1" lang="es-ES" sz="1929">
                <a:latin typeface="Cambria"/>
                <a:ea typeface="Cambria"/>
                <a:cs typeface="Cambria"/>
                <a:sym typeface="Cambria"/>
              </a:rPr>
              <a:t>Cliente Escritorio en funcionamiento</a:t>
            </a:r>
            <a:endParaRPr b="1" sz="1929">
              <a:latin typeface="Cambria"/>
              <a:ea typeface="Cambria"/>
              <a:cs typeface="Cambria"/>
              <a:sym typeface="Cambria"/>
            </a:endParaRPr>
          </a:p>
          <a:p>
            <a:pPr indent="0" lvl="0" marL="0" marR="0" rtl="0" algn="just">
              <a:lnSpc>
                <a:spcPct val="107000"/>
              </a:lnSpc>
              <a:spcBef>
                <a:spcPts val="0"/>
              </a:spcBef>
              <a:spcAft>
                <a:spcPts val="0"/>
              </a:spcAft>
              <a:buSzPts val="1948"/>
              <a:buNone/>
            </a:pPr>
            <a:r>
              <a:t/>
            </a:r>
            <a:endParaRPr>
              <a:latin typeface="Cambria"/>
              <a:ea typeface="Cambria"/>
              <a:cs typeface="Cambria"/>
              <a:sym typeface="Cambria"/>
            </a:endParaRPr>
          </a:p>
          <a:p>
            <a:pPr indent="-342900" lvl="0" marL="342900" marR="0" rtl="0" algn="just">
              <a:lnSpc>
                <a:spcPct val="107000"/>
              </a:lnSpc>
              <a:spcBef>
                <a:spcPts val="0"/>
              </a:spcBef>
              <a:spcAft>
                <a:spcPts val="0"/>
              </a:spcAft>
              <a:buSzPts val="1656"/>
              <a:buFont typeface="Noto Sans Symbols"/>
              <a:buChar char="∙"/>
            </a:pPr>
            <a:r>
              <a:rPr lang="es-ES" sz="1800">
                <a:latin typeface="Cambria"/>
                <a:ea typeface="Cambria"/>
                <a:cs typeface="Cambria"/>
                <a:sym typeface="Cambria"/>
              </a:rPr>
              <a:t>Login y conversor Escritorio.</a:t>
            </a:r>
            <a:endParaRPr sz="1800">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MÓVIL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pic>
        <p:nvPicPr>
          <p:cNvPr id="2020" name="Imagen 2020"/>
          <p:cNvPicPr preferRelativeResize="0"/>
          <p:nvPr/>
        </p:nvPicPr>
        <p:blipFill>
          <a:blip r:embed="rId10">
            <a:alphaModFix/>
          </a:blip>
          <a:stretch>
            <a:fillRect/>
          </a:stretch>
        </p:blipFill>
        <p:spPr>
          <a:xfrm>
            <a:off x="2510755" y="3600000"/>
            <a:ext cx="4729888" cy="2950000"/>
          </a:xfrm>
          <a:prstGeom prst="rect">
            <a:avLst/>
          </a:prstGeom>
          <a:noFill/>
          <a:ln>
            <a:noFill/>
          </a:ln>
        </p:spPr>
      </p:pic>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6"/>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p:nvPr>
            <p:ph idx="1" type="body"/>
          </p:nvPr>
        </p:nvSpPr>
        <p:spPr>
          <a:xfrm>
            <a:off x="581200" y="1850000"/>
            <a:ext cx="8589300" cy="1650000"/>
          </a:xfrm>
          <a:prstGeom prst="rect">
            <a:avLst/>
          </a:prstGeom>
          <a:noFill/>
          <a:ln>
            <a:noFill/>
          </a:ln>
        </p:spPr>
        <p:txBody>
          <a:bodyPr anchorCtr="0" anchor="ctr" bIns="45700" lIns="91425" spcFirstLastPara="1" rIns="91425" wrap="square" tIns="45700">
            <a:normAutofit/>
          </a:bodyPr>
          <a:lstStyle/>
          <a:p>
            <a:pPr indent="-342900" lvl="0" marL="342900" marR="0" rtl="0" algn="just">
              <a:lnSpc>
                <a:spcPct val="107000"/>
              </a:lnSpc>
              <a:spcBef>
                <a:spcPts val="0"/>
              </a:spcBef>
              <a:spcAft>
                <a:spcPts val="0"/>
              </a:spcAft>
              <a:buSzPts val="1785"/>
              <a:buChar char="∙"/>
            </a:pPr>
            <a:r>
              <a:rPr b="1" lang="es-ES" sz="1929">
                <a:latin typeface="Cambria"/>
                <a:ea typeface="Cambria"/>
                <a:cs typeface="Cambria"/>
                <a:sym typeface="Cambria"/>
              </a:rPr>
              <a:t>Cliente Web – Pasos 1 y 2</a:t>
            </a:r>
            <a:endParaRPr b="1" sz="1929">
              <a:latin typeface="Cambria"/>
              <a:ea typeface="Cambria"/>
              <a:cs typeface="Cambria"/>
              <a:sym typeface="Cambria"/>
            </a:endParaRPr>
          </a:p>
          <a:p>
            <a:pPr indent="0" lvl="0" marL="0" marR="0" rtl="0" algn="just">
              <a:lnSpc>
                <a:spcPct val="107000"/>
              </a:lnSpc>
              <a:spcBef>
                <a:spcPts val="0"/>
              </a:spcBef>
              <a:spcAft>
                <a:spcPts val="0"/>
              </a:spcAft>
              <a:buSzPts val="1948"/>
              <a:buNone/>
            </a:pPr>
            <a:r>
              <a:t/>
            </a:r>
            <a:endParaRPr>
              <a:latin typeface="Cambria"/>
              <a:ea typeface="Cambria"/>
              <a:cs typeface="Cambria"/>
              <a:sym typeface="Cambria"/>
            </a:endParaRPr>
          </a:p>
          <a:p>
            <a:pPr indent="-342900" lvl="0" marL="342900" marR="0" rtl="0" algn="just">
              <a:lnSpc>
                <a:spcPct val="107000"/>
              </a:lnSpc>
              <a:spcBef>
                <a:spcPts val="0"/>
              </a:spcBef>
              <a:spcAft>
                <a:spcPts val="0"/>
              </a:spcAft>
              <a:buSzPts val="1656"/>
              <a:buFont typeface="Noto Sans Symbols"/>
              <a:buChar char="∙"/>
            </a:pPr>
            <a:r>
              <a:rPr lang="es-ES" sz="1800">
                <a:latin typeface="Cambria"/>
                <a:ea typeface="Cambria"/>
                <a:cs typeface="Cambria"/>
                <a:sym typeface="Cambria"/>
              </a:rPr>
              <a:t>Se usó NetBeans: se crea un nuevo proyecto con el gestor Java with Maven, el tipo de aplicativo es Java Application.</a:t>
            </a:r>
            <a:endParaRPr sz="1800">
              <a:latin typeface="Cambria"/>
              <a:ea typeface="Cambria"/>
              <a:cs typeface="Cambria"/>
              <a:sym typeface="Cambria"/>
            </a:endParaRPr>
          </a:p>
          <a:p>
            <a:pPr indent="-342900" lvl="0" marL="342900" marR="0" rtl="0" algn="just">
              <a:lnSpc>
                <a:spcPct val="107000"/>
              </a:lnSpc>
              <a:spcBef>
                <a:spcPts val="0"/>
              </a:spcBef>
              <a:spcAft>
                <a:spcPts val="0"/>
              </a:spcAft>
              <a:buSzPts val="1656"/>
              <a:buFont typeface="Noto Sans Symbols"/>
              <a:buChar char="∙"/>
            </a:pPr>
            <a:r>
              <a:rPr lang="es-ES" sz="1800">
                <a:latin typeface="Cambria"/>
                <a:ea typeface="Cambria"/>
                <a:cs typeface="Cambria"/>
                <a:sym typeface="Cambria"/>
              </a:rPr>
              <a:t>Se asigna un nombre al proyecto, se da una ubicación y se configura el group id con el que se quiere nombrar.</a:t>
            </a:r>
            <a:endParaRPr sz="1800">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MÓVIL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pic>
        <p:nvPicPr>
          <p:cNvPr id="2021" name="Imagen 2021"/>
          <p:cNvPicPr preferRelativeResize="0"/>
          <p:nvPr/>
        </p:nvPicPr>
        <p:blipFill>
          <a:blip r:embed="rId10">
            <a:alphaModFix/>
          </a:blip>
          <a:stretch>
            <a:fillRect/>
          </a:stretch>
        </p:blipFill>
        <p:spPr>
          <a:xfrm>
            <a:off x="2721779" y="3600000"/>
            <a:ext cx="4307841" cy="2950000"/>
          </a:xfrm>
          <a:prstGeom prst="rect">
            <a:avLst/>
          </a:prstGeom>
          <a:noFill/>
          <a:ln>
            <a:noFill/>
          </a:ln>
        </p:spPr>
      </p:pic>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6"/>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p:nvPr>
            <p:ph idx="1" type="body"/>
          </p:nvPr>
        </p:nvSpPr>
        <p:spPr>
          <a:xfrm>
            <a:off x="581200" y="1850000"/>
            <a:ext cx="8589300" cy="1650000"/>
          </a:xfrm>
          <a:prstGeom prst="rect">
            <a:avLst/>
          </a:prstGeom>
          <a:noFill/>
          <a:ln>
            <a:noFill/>
          </a:ln>
        </p:spPr>
        <p:txBody>
          <a:bodyPr anchorCtr="0" anchor="ctr" bIns="45700" lIns="91425" spcFirstLastPara="1" rIns="91425" wrap="square" tIns="45700">
            <a:normAutofit/>
          </a:bodyPr>
          <a:lstStyle/>
          <a:p>
            <a:pPr indent="-342900" lvl="0" marL="342900" marR="0" rtl="0" algn="just">
              <a:lnSpc>
                <a:spcPct val="107000"/>
              </a:lnSpc>
              <a:spcBef>
                <a:spcPts val="0"/>
              </a:spcBef>
              <a:spcAft>
                <a:spcPts val="0"/>
              </a:spcAft>
              <a:buSzPts val="1785"/>
              <a:buChar char="∙"/>
            </a:pPr>
            <a:r>
              <a:rPr b="1" lang="es-ES" sz="1929">
                <a:latin typeface="Cambria"/>
                <a:ea typeface="Cambria"/>
                <a:cs typeface="Cambria"/>
                <a:sym typeface="Cambria"/>
              </a:rPr>
              <a:t>Cliente Web – Paso 3</a:t>
            </a:r>
            <a:endParaRPr b="1" sz="1929">
              <a:latin typeface="Cambria"/>
              <a:ea typeface="Cambria"/>
              <a:cs typeface="Cambria"/>
              <a:sym typeface="Cambria"/>
            </a:endParaRPr>
          </a:p>
          <a:p>
            <a:pPr indent="0" lvl="0" marL="0" marR="0" rtl="0" algn="just">
              <a:lnSpc>
                <a:spcPct val="107000"/>
              </a:lnSpc>
              <a:spcBef>
                <a:spcPts val="0"/>
              </a:spcBef>
              <a:spcAft>
                <a:spcPts val="0"/>
              </a:spcAft>
              <a:buSzPts val="1948"/>
              <a:buNone/>
            </a:pPr>
            <a:r>
              <a:t/>
            </a:r>
            <a:endParaRPr>
              <a:latin typeface="Cambria"/>
              <a:ea typeface="Cambria"/>
              <a:cs typeface="Cambria"/>
              <a:sym typeface="Cambria"/>
            </a:endParaRPr>
          </a:p>
          <a:p>
            <a:pPr indent="-342900" lvl="0" marL="342900" marR="0" rtl="0" algn="just">
              <a:lnSpc>
                <a:spcPct val="107000"/>
              </a:lnSpc>
              <a:spcBef>
                <a:spcPts val="0"/>
              </a:spcBef>
              <a:spcAft>
                <a:spcPts val="0"/>
              </a:spcAft>
              <a:buSzPts val="1656"/>
              <a:buFont typeface="Noto Sans Symbols"/>
              <a:buChar char="∙"/>
            </a:pPr>
            <a:r>
              <a:rPr lang="es-ES" sz="1800">
                <a:latin typeface="Cambria"/>
                <a:ea typeface="Cambria"/>
                <a:cs typeface="Cambria"/>
                <a:sym typeface="Cambria"/>
              </a:rPr>
              <a:t>Una vez que se creó el proyecto se deben generar los diferentes paquetes, donde se colocarán los archivos con código fuente.</a:t>
            </a:r>
            <a:endParaRPr sz="1800">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MÓVIL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pic>
        <p:nvPicPr>
          <p:cNvPr id="2022" name="Imagen 2022"/>
          <p:cNvPicPr preferRelativeResize="0"/>
          <p:nvPr/>
        </p:nvPicPr>
        <p:blipFill>
          <a:blip r:embed="rId10">
            <a:alphaModFix/>
          </a:blip>
          <a:stretch>
            <a:fillRect/>
          </a:stretch>
        </p:blipFill>
        <p:spPr>
          <a:xfrm>
            <a:off x="807293" y="3600000"/>
            <a:ext cx="8136813" cy="2950000"/>
          </a:xfrm>
          <a:prstGeom prst="rect">
            <a:avLst/>
          </a:prstGeom>
          <a:noFill/>
          <a:ln>
            <a:noFill/>
          </a:ln>
        </p:spPr>
      </p:pic>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9"/>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230" name="Google Shape;230;p29"/>
          <p:cNvSpPr txBox="1"/>
          <p:nvPr>
            <p:ph idx="1" type="body"/>
          </p:nvPr>
        </p:nvSpPr>
        <p:spPr>
          <a:xfrm>
            <a:off x="581200" y="1876275"/>
            <a:ext cx="2132400" cy="4701300"/>
          </a:xfrm>
          <a:prstGeom prst="rect">
            <a:avLst/>
          </a:prstGeom>
          <a:noFill/>
          <a:ln>
            <a:noFill/>
          </a:ln>
        </p:spPr>
        <p:txBody>
          <a:bodyPr anchorCtr="0" anchor="ctr" bIns="45700" lIns="91425" spcFirstLastPara="1" rIns="91425" wrap="square" tIns="45700">
            <a:normAutofit/>
          </a:bodyPr>
          <a:lstStyle/>
          <a:p>
            <a:pPr indent="-327406" lvl="0" marL="457200" rtl="0" algn="just">
              <a:lnSpc>
                <a:spcPct val="107000"/>
              </a:lnSpc>
              <a:spcBef>
                <a:spcPts val="0"/>
              </a:spcBef>
              <a:spcAft>
                <a:spcPts val="0"/>
              </a:spcAft>
              <a:buSzPts val="1556"/>
              <a:buChar char="∙"/>
            </a:pPr>
            <a:r>
              <a:rPr lang="es-ES" sz="1200">
                <a:latin typeface="Cambria"/>
                <a:ea typeface="Cambria"/>
                <a:cs typeface="Cambria"/>
                <a:sym typeface="Cambria"/>
              </a:rPr>
              <a:t>Paso 4. A continuación se detallarán las clases principales con su código fuente.</a:t>
            </a:r>
            <a:endParaRPr sz="1200">
              <a:latin typeface="Cambria"/>
              <a:ea typeface="Cambria"/>
              <a:cs typeface="Cambria"/>
              <a:sym typeface="Cambria"/>
            </a:endParaRPr>
          </a:p>
          <a:p>
            <a:pPr indent="-327406" lvl="0" marL="457200" rtl="0" algn="just">
              <a:lnSpc>
                <a:spcPct val="107000"/>
              </a:lnSpc>
              <a:spcBef>
                <a:spcPts val="0"/>
              </a:spcBef>
              <a:spcAft>
                <a:spcPts val="0"/>
              </a:spcAft>
              <a:buSzPts val="1556"/>
              <a:buChar char="∙"/>
            </a:pPr>
            <a:r>
              <a:rPr lang="es-ES" sz="1200">
                <a:latin typeface="Cambria"/>
                <a:ea typeface="Cambria"/>
                <a:cs typeface="Cambria"/>
                <a:sym typeface="Cambria"/>
              </a:rPr>
              <a:t>Configuracion</a:t>
            </a:r>
            <a:endParaRPr sz="1200">
              <a:latin typeface="Cambria"/>
              <a:ea typeface="Cambria"/>
              <a:cs typeface="Cambria"/>
              <a:sym typeface="Cambria"/>
            </a:endParaRPr>
          </a:p>
          <a:p>
            <a:pPr indent="-327406" lvl="0" marL="457200" rtl="0" algn="just">
              <a:lnSpc>
                <a:spcPct val="107000"/>
              </a:lnSpc>
              <a:spcBef>
                <a:spcPts val="0"/>
              </a:spcBef>
              <a:spcAft>
                <a:spcPts val="0"/>
              </a:spcAft>
              <a:buSzPts val="1556"/>
              <a:buChar char="∙"/>
            </a:pPr>
            <a:r>
              <a:rPr lang="es-ES" sz="1200">
                <a:latin typeface="Cambria"/>
                <a:ea typeface="Cambria"/>
                <a:cs typeface="Cambria"/>
                <a:sym typeface="Cambria"/>
              </a:rPr>
              <a:t>Parte 1 de 5</a:t>
            </a:r>
            <a:endParaRPr sz="1200">
              <a:latin typeface="Cambria"/>
              <a:ea typeface="Cambria"/>
              <a:cs typeface="Cambria"/>
              <a:sym typeface="Cambria"/>
            </a:endParaRPr>
          </a:p>
        </p:txBody>
      </p:sp>
      <p:sp>
        <p:nvSpPr>
          <p:cNvPr id="231" name="Google Shape;231;p29"/>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MÓVIL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232" name="Google Shape;232;p29"/>
          <p:cNvGraphicFramePr/>
          <p:nvPr/>
        </p:nvGraphicFramePr>
        <p:xfrm>
          <a:off x="2964625" y="1876275"/>
          <a:ext cx="3000000" cy="3000000"/>
        </p:xfrm>
        <a:graphic>
          <a:graphicData uri="http://schemas.openxmlformats.org/drawingml/2006/table">
            <a:tbl>
              <a:tblPr>
                <a:noFill/>
                <a:tableStyleId>{BF136021-7255-42B7-A7E7-87A8D8FFE9CA}</a:tableStyleId>
              </a:tblPr>
              <a:tblGrid>
                <a:gridCol w="6062675"/>
              </a:tblGrid>
              <a:tr h="3819000">
                <a:tc>
                  <a:txBody>
                    <a:bodyPr/>
                    <a:lstStyle/>
                    <a:p>
                      <a:pPr indent="0" lvl="0" marL="0" rtl="0" algn="l">
                        <a:spcBef>
                          <a:spcPts val="0"/>
                        </a:spcBef>
                        <a:spcAft>
                          <a:spcPts val="0"/>
                        </a:spcAft>
                        <a:buNone/>
                      </a:pPr>
                      <a:r>
                        <a:rPr lang="es-ES" sz="900">
                          <a:solidFill>
                            <a:srgbClr val="4F81BD"/>
                          </a:solidFill>
                          <a:latin typeface="Calibri"/>
                          <a:ea typeface="Calibri"/>
                          <a:cs typeface="Calibri"/>
                          <a:sym typeface="Calibri"/>
                        </a:rPr>
                        <a:t>package ec.edu.monster.cliente.config;</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import java.io.IOException;</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import java.io.InputStream;</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import java.nio.charset.StandardCharsets;</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import java.nio.file.Files;</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import java.nio.file.Path;</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import java.nio.file.Paths;</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import java.util.HashMap;</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import java.util.Map;</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 Lee la configuración del cliente. Orden de prioridad (gana el primero):</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   1. Propiedad de JVM        (-DWS_HOST=192.168.1.50)</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   2. Variable de entorno     (WS_HOST=192.168.1.50)</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   3. Archivo .env            (ver abajo)</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   4. Valor por defecto del código</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 El archivo .env se busca en:</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   a) la ruta indicada por -DENV_FILE=... o la variable ENV_FILE (editable sin recompilar)</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   b) ./.env en el directorio de trabajo de Payara</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   c) el .env empaquetado dentro del WAR (src/main/resources/.env)</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public final class Configuracion {</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private final Map&lt;String, String&gt; env = new HashMap&lt;&gt;();</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9"/>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230" name="Google Shape;230;p29"/>
          <p:cNvSpPr txBox="1"/>
          <p:nvPr>
            <p:ph idx="1" type="body"/>
          </p:nvPr>
        </p:nvSpPr>
        <p:spPr>
          <a:xfrm>
            <a:off x="581200" y="1876275"/>
            <a:ext cx="2132400" cy="4701300"/>
          </a:xfrm>
          <a:prstGeom prst="rect">
            <a:avLst/>
          </a:prstGeom>
          <a:noFill/>
          <a:ln>
            <a:noFill/>
          </a:ln>
        </p:spPr>
        <p:txBody>
          <a:bodyPr anchorCtr="0" anchor="ctr" bIns="45700" lIns="91425" spcFirstLastPara="1" rIns="91425" wrap="square" tIns="45700">
            <a:normAutofit/>
          </a:bodyPr>
          <a:lstStyle/>
          <a:p>
            <a:pPr indent="-327406" lvl="0" marL="457200" rtl="0" algn="just">
              <a:lnSpc>
                <a:spcPct val="107000"/>
              </a:lnSpc>
              <a:spcBef>
                <a:spcPts val="0"/>
              </a:spcBef>
              <a:spcAft>
                <a:spcPts val="0"/>
              </a:spcAft>
              <a:buSzPts val="1556"/>
              <a:buChar char="∙"/>
            </a:pPr>
            <a:r>
              <a:rPr lang="es-ES" sz="1200">
                <a:latin typeface="Cambria"/>
                <a:ea typeface="Cambria"/>
                <a:cs typeface="Cambria"/>
                <a:sym typeface="Cambria"/>
              </a:rPr>
              <a:t>Configuracion</a:t>
            </a:r>
            <a:endParaRPr sz="1200">
              <a:latin typeface="Cambria"/>
              <a:ea typeface="Cambria"/>
              <a:cs typeface="Cambria"/>
              <a:sym typeface="Cambria"/>
            </a:endParaRPr>
          </a:p>
          <a:p>
            <a:pPr indent="-327406" lvl="0" marL="457200" rtl="0" algn="just">
              <a:lnSpc>
                <a:spcPct val="107000"/>
              </a:lnSpc>
              <a:spcBef>
                <a:spcPts val="0"/>
              </a:spcBef>
              <a:spcAft>
                <a:spcPts val="0"/>
              </a:spcAft>
              <a:buSzPts val="1556"/>
              <a:buChar char="∙"/>
            </a:pPr>
            <a:r>
              <a:rPr lang="es-ES" sz="1200">
                <a:latin typeface="Cambria"/>
                <a:ea typeface="Cambria"/>
                <a:cs typeface="Cambria"/>
                <a:sym typeface="Cambria"/>
              </a:rPr>
              <a:t>Parte 2 de 5</a:t>
            </a:r>
            <a:endParaRPr sz="1200">
              <a:latin typeface="Cambria"/>
              <a:ea typeface="Cambria"/>
              <a:cs typeface="Cambria"/>
              <a:sym typeface="Cambria"/>
            </a:endParaRPr>
          </a:p>
        </p:txBody>
      </p:sp>
      <p:sp>
        <p:nvSpPr>
          <p:cNvPr id="231" name="Google Shape;231;p29"/>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MÓVIL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232" name="Google Shape;232;p29"/>
          <p:cNvGraphicFramePr/>
          <p:nvPr/>
        </p:nvGraphicFramePr>
        <p:xfrm>
          <a:off x="2964625" y="1876275"/>
          <a:ext cx="3000000" cy="3000000"/>
        </p:xfrm>
        <a:graphic>
          <a:graphicData uri="http://schemas.openxmlformats.org/drawingml/2006/table">
            <a:tbl>
              <a:tblPr>
                <a:noFill/>
                <a:tableStyleId>{BF136021-7255-42B7-A7E7-87A8D8FFE9CA}</a:tableStyleId>
              </a:tblPr>
              <a:tblGrid>
                <a:gridCol w="6062675"/>
              </a:tblGrid>
              <a:tr h="3819000">
                <a:tc>
                  <a:txBody>
                    <a:bodyPr/>
                    <a:lstStyle/>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private String origenEnv = "ninguno (valores por defecto)";</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public Configuracion()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cargarEnv();</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 De dónde salió el .env, útil para el log de arranque.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public String getOrigenEnv()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return origenEnv;</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public String valor(String clave, String defecto)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String v = System.getProperty(clave);</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if (esVacio(v))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v = System.getenv(clave);</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if (esVacio(v))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v = env.get(clave);</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return esVacio(v) ? defecto : v.trim();</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 URL raíz del servidor SOAP, sin "/" final.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public String urlBase()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String completa = valor("WS_BASE_URL",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String base = !completa.isEmpty()</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 completa</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9"/>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230" name="Google Shape;230;p29"/>
          <p:cNvSpPr txBox="1"/>
          <p:nvPr>
            <p:ph idx="1" type="body"/>
          </p:nvPr>
        </p:nvSpPr>
        <p:spPr>
          <a:xfrm>
            <a:off x="581200" y="1876275"/>
            <a:ext cx="2132400" cy="4701300"/>
          </a:xfrm>
          <a:prstGeom prst="rect">
            <a:avLst/>
          </a:prstGeom>
          <a:noFill/>
          <a:ln>
            <a:noFill/>
          </a:ln>
        </p:spPr>
        <p:txBody>
          <a:bodyPr anchorCtr="0" anchor="ctr" bIns="45700" lIns="91425" spcFirstLastPara="1" rIns="91425" wrap="square" tIns="45700">
            <a:normAutofit/>
          </a:bodyPr>
          <a:lstStyle/>
          <a:p>
            <a:pPr indent="-327406" lvl="0" marL="457200" rtl="0" algn="just">
              <a:lnSpc>
                <a:spcPct val="107000"/>
              </a:lnSpc>
              <a:spcBef>
                <a:spcPts val="0"/>
              </a:spcBef>
              <a:spcAft>
                <a:spcPts val="0"/>
              </a:spcAft>
              <a:buSzPts val="1556"/>
              <a:buChar char="∙"/>
            </a:pPr>
            <a:r>
              <a:rPr lang="es-ES" sz="1200">
                <a:latin typeface="Cambria"/>
                <a:ea typeface="Cambria"/>
                <a:cs typeface="Cambria"/>
                <a:sym typeface="Cambria"/>
              </a:rPr>
              <a:t>Configuracion</a:t>
            </a:r>
            <a:endParaRPr sz="1200">
              <a:latin typeface="Cambria"/>
              <a:ea typeface="Cambria"/>
              <a:cs typeface="Cambria"/>
              <a:sym typeface="Cambria"/>
            </a:endParaRPr>
          </a:p>
          <a:p>
            <a:pPr indent="-327406" lvl="0" marL="457200" rtl="0" algn="just">
              <a:lnSpc>
                <a:spcPct val="107000"/>
              </a:lnSpc>
              <a:spcBef>
                <a:spcPts val="0"/>
              </a:spcBef>
              <a:spcAft>
                <a:spcPts val="0"/>
              </a:spcAft>
              <a:buSzPts val="1556"/>
              <a:buChar char="∙"/>
            </a:pPr>
            <a:r>
              <a:rPr lang="es-ES" sz="1200">
                <a:latin typeface="Cambria"/>
                <a:ea typeface="Cambria"/>
                <a:cs typeface="Cambria"/>
                <a:sym typeface="Cambria"/>
              </a:rPr>
              <a:t>Parte 3 de 5</a:t>
            </a:r>
            <a:endParaRPr sz="1200">
              <a:latin typeface="Cambria"/>
              <a:ea typeface="Cambria"/>
              <a:cs typeface="Cambria"/>
              <a:sym typeface="Cambria"/>
            </a:endParaRPr>
          </a:p>
        </p:txBody>
      </p:sp>
      <p:sp>
        <p:nvSpPr>
          <p:cNvPr id="231" name="Google Shape;231;p29"/>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MÓVIL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232" name="Google Shape;232;p29"/>
          <p:cNvGraphicFramePr/>
          <p:nvPr/>
        </p:nvGraphicFramePr>
        <p:xfrm>
          <a:off x="2964625" y="1876275"/>
          <a:ext cx="3000000" cy="3000000"/>
        </p:xfrm>
        <a:graphic>
          <a:graphicData uri="http://schemas.openxmlformats.org/drawingml/2006/table">
            <a:tbl>
              <a:tblPr>
                <a:noFill/>
                <a:tableStyleId>{BF136021-7255-42B7-A7E7-87A8D8FFE9CA}</a:tableStyleId>
              </a:tblPr>
              <a:tblGrid>
                <a:gridCol w="6062675"/>
              </a:tblGrid>
              <a:tr h="3819000">
                <a:tc>
                  <a:txBody>
                    <a:bodyPr/>
                    <a:lstStyle/>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 "http://" + valor("WS_HOST", "localhost") + ":" + valor("WS_PORT", "8080")</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 "/" + valor("WS_CONTEXT", "WS_ConversionUnidades_Java_GR8");</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return base.endsWith("/") ? base.substring(0, base.length() - 1) : base;</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 ------------------------------------------------------------------ .env</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private void cargarEnv()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String ruta = System.getProperty("ENV_FILE");</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if (esVacio(ruta))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ruta = System.getenv("ENV_FILE");</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if (!esVacio(ruta) &amp;&amp; leerArchivo(Paths.get(ruta.trim())))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return;</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if (leerArchivo(Paths.get(System.getProperty("user.dir", "."), ".env")))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return;</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try (InputStream in = Configuracion.class.getClassLoader().getResourceAsStream(".env"))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if (in != null)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parsear(new String(in.readAllBytes(), StandardCharsets.UTF_8));</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origenEnv = ".env empaquetado en el WAR";</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 catch (IOException e)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 se siguen usando los valores por defecto</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9"/>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230" name="Google Shape;230;p29"/>
          <p:cNvSpPr txBox="1"/>
          <p:nvPr>
            <p:ph idx="1" type="body"/>
          </p:nvPr>
        </p:nvSpPr>
        <p:spPr>
          <a:xfrm>
            <a:off x="581200" y="1876275"/>
            <a:ext cx="2132400" cy="4701300"/>
          </a:xfrm>
          <a:prstGeom prst="rect">
            <a:avLst/>
          </a:prstGeom>
          <a:noFill/>
          <a:ln>
            <a:noFill/>
          </a:ln>
        </p:spPr>
        <p:txBody>
          <a:bodyPr anchorCtr="0" anchor="ctr" bIns="45700" lIns="91425" spcFirstLastPara="1" rIns="91425" wrap="square" tIns="45700">
            <a:normAutofit/>
          </a:bodyPr>
          <a:lstStyle/>
          <a:p>
            <a:pPr indent="-327406" lvl="0" marL="457200" rtl="0" algn="just">
              <a:lnSpc>
                <a:spcPct val="107000"/>
              </a:lnSpc>
              <a:spcBef>
                <a:spcPts val="0"/>
              </a:spcBef>
              <a:spcAft>
                <a:spcPts val="0"/>
              </a:spcAft>
              <a:buSzPts val="1556"/>
              <a:buChar char="∙"/>
            </a:pPr>
            <a:r>
              <a:rPr lang="es-ES" sz="1200">
                <a:latin typeface="Cambria"/>
                <a:ea typeface="Cambria"/>
                <a:cs typeface="Cambria"/>
                <a:sym typeface="Cambria"/>
              </a:rPr>
              <a:t>Configuracion</a:t>
            </a:r>
            <a:endParaRPr sz="1200">
              <a:latin typeface="Cambria"/>
              <a:ea typeface="Cambria"/>
              <a:cs typeface="Cambria"/>
              <a:sym typeface="Cambria"/>
            </a:endParaRPr>
          </a:p>
          <a:p>
            <a:pPr indent="-327406" lvl="0" marL="457200" rtl="0" algn="just">
              <a:lnSpc>
                <a:spcPct val="107000"/>
              </a:lnSpc>
              <a:spcBef>
                <a:spcPts val="0"/>
              </a:spcBef>
              <a:spcAft>
                <a:spcPts val="0"/>
              </a:spcAft>
              <a:buSzPts val="1556"/>
              <a:buChar char="∙"/>
            </a:pPr>
            <a:r>
              <a:rPr lang="es-ES" sz="1200">
                <a:latin typeface="Cambria"/>
                <a:ea typeface="Cambria"/>
                <a:cs typeface="Cambria"/>
                <a:sym typeface="Cambria"/>
              </a:rPr>
              <a:t>Parte 4 de 5</a:t>
            </a:r>
            <a:endParaRPr sz="1200">
              <a:latin typeface="Cambria"/>
              <a:ea typeface="Cambria"/>
              <a:cs typeface="Cambria"/>
              <a:sym typeface="Cambria"/>
            </a:endParaRPr>
          </a:p>
        </p:txBody>
      </p:sp>
      <p:sp>
        <p:nvSpPr>
          <p:cNvPr id="231" name="Google Shape;231;p29"/>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MÓVIL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232" name="Google Shape;232;p29"/>
          <p:cNvGraphicFramePr/>
          <p:nvPr/>
        </p:nvGraphicFramePr>
        <p:xfrm>
          <a:off x="2964625" y="1876275"/>
          <a:ext cx="3000000" cy="3000000"/>
        </p:xfrm>
        <a:graphic>
          <a:graphicData uri="http://schemas.openxmlformats.org/drawingml/2006/table">
            <a:tbl>
              <a:tblPr>
                <a:noFill/>
                <a:tableStyleId>{BF136021-7255-42B7-A7E7-87A8D8FFE9CA}</a:tableStyleId>
              </a:tblPr>
              <a:tblGrid>
                <a:gridCol w="6062675"/>
              </a:tblGrid>
              <a:tr h="3819000">
                <a:tc>
                  <a:txBody>
                    <a:bodyPr/>
                    <a:lstStyle/>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private boolean leerArchivo(Path archivo)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try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if (Files.isRegularFile(archivo))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parsear(Files.readString(archivo, StandardCharsets.UTF_8));</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origenEnv = archivo.toAbsolutePath().toString();</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return true;</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 catch (IOException e)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 se prueba la siguiente ubicación</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return false;</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private void parsear(String texto)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env.clear();</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for (String linea : texto.split("\\R"))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String l = linea.trim();</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if (l.isEmpty() || l.startsWith("#"))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continue;</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if (l.startsWith("export "))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l = l.substring(7).trim();</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int i = l.indexOf('=');</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9"/>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230" name="Google Shape;230;p29"/>
          <p:cNvSpPr txBox="1"/>
          <p:nvPr>
            <p:ph idx="1" type="body"/>
          </p:nvPr>
        </p:nvSpPr>
        <p:spPr>
          <a:xfrm>
            <a:off x="581200" y="1876275"/>
            <a:ext cx="2132400" cy="4701300"/>
          </a:xfrm>
          <a:prstGeom prst="rect">
            <a:avLst/>
          </a:prstGeom>
          <a:noFill/>
          <a:ln>
            <a:noFill/>
          </a:ln>
        </p:spPr>
        <p:txBody>
          <a:bodyPr anchorCtr="0" anchor="ctr" bIns="45700" lIns="91425" spcFirstLastPara="1" rIns="91425" wrap="square" tIns="45700">
            <a:normAutofit/>
          </a:bodyPr>
          <a:lstStyle/>
          <a:p>
            <a:pPr indent="-327406" lvl="0" marL="457200" rtl="0" algn="just">
              <a:lnSpc>
                <a:spcPct val="107000"/>
              </a:lnSpc>
              <a:spcBef>
                <a:spcPts val="0"/>
              </a:spcBef>
              <a:spcAft>
                <a:spcPts val="0"/>
              </a:spcAft>
              <a:buSzPts val="1556"/>
              <a:buChar char="∙"/>
            </a:pPr>
            <a:r>
              <a:rPr lang="es-ES" sz="1200">
                <a:latin typeface="Cambria"/>
                <a:ea typeface="Cambria"/>
                <a:cs typeface="Cambria"/>
                <a:sym typeface="Cambria"/>
              </a:rPr>
              <a:t>Configuracion</a:t>
            </a:r>
            <a:endParaRPr sz="1200">
              <a:latin typeface="Cambria"/>
              <a:ea typeface="Cambria"/>
              <a:cs typeface="Cambria"/>
              <a:sym typeface="Cambria"/>
            </a:endParaRPr>
          </a:p>
          <a:p>
            <a:pPr indent="-327406" lvl="0" marL="457200" rtl="0" algn="just">
              <a:lnSpc>
                <a:spcPct val="107000"/>
              </a:lnSpc>
              <a:spcBef>
                <a:spcPts val="0"/>
              </a:spcBef>
              <a:spcAft>
                <a:spcPts val="0"/>
              </a:spcAft>
              <a:buSzPts val="1556"/>
              <a:buChar char="∙"/>
            </a:pPr>
            <a:r>
              <a:rPr lang="es-ES" sz="1200">
                <a:latin typeface="Cambria"/>
                <a:ea typeface="Cambria"/>
                <a:cs typeface="Cambria"/>
                <a:sym typeface="Cambria"/>
              </a:rPr>
              <a:t>Parte 5 de 5</a:t>
            </a:r>
            <a:endParaRPr sz="1200">
              <a:latin typeface="Cambria"/>
              <a:ea typeface="Cambria"/>
              <a:cs typeface="Cambria"/>
              <a:sym typeface="Cambria"/>
            </a:endParaRPr>
          </a:p>
        </p:txBody>
      </p:sp>
      <p:sp>
        <p:nvSpPr>
          <p:cNvPr id="231" name="Google Shape;231;p29"/>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MÓVIL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232" name="Google Shape;232;p29"/>
          <p:cNvGraphicFramePr/>
          <p:nvPr/>
        </p:nvGraphicFramePr>
        <p:xfrm>
          <a:off x="2964625" y="1876275"/>
          <a:ext cx="3000000" cy="3000000"/>
        </p:xfrm>
        <a:graphic>
          <a:graphicData uri="http://schemas.openxmlformats.org/drawingml/2006/table">
            <a:tbl>
              <a:tblPr>
                <a:noFill/>
                <a:tableStyleId>{BF136021-7255-42B7-A7E7-87A8D8FFE9CA}</a:tableStyleId>
              </a:tblPr>
              <a:tblGrid>
                <a:gridCol w="6062675"/>
              </a:tblGrid>
              <a:tr h="2449000">
                <a:tc>
                  <a:txBody>
                    <a:bodyPr/>
                    <a:lstStyle/>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if (i &lt;= 0)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continue;</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String clave = l.substring(0, i).trim();</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String v = l.substring(i + 1).trim();</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if (v.length() &gt;= 2 &amp;&amp; ((v.startsWith("\"") &amp;&amp; v.endsWith("\""))</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 (v.startsWith("'") &amp;&amp; v.endsWith("'"))))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v = v.substring(1, v.length() - 1);</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env.put(clave, v);</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private static boolean esVacio(String s)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return s == null || s.isBlank();</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9"/>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230" name="Google Shape;230;p29"/>
          <p:cNvSpPr txBox="1"/>
          <p:nvPr>
            <p:ph idx="1" type="body"/>
          </p:nvPr>
        </p:nvSpPr>
        <p:spPr>
          <a:xfrm>
            <a:off x="581200" y="1876275"/>
            <a:ext cx="2132400" cy="4701300"/>
          </a:xfrm>
          <a:prstGeom prst="rect">
            <a:avLst/>
          </a:prstGeom>
          <a:noFill/>
          <a:ln>
            <a:noFill/>
          </a:ln>
        </p:spPr>
        <p:txBody>
          <a:bodyPr anchorCtr="0" anchor="ctr" bIns="45700" lIns="91425" spcFirstLastPara="1" rIns="91425" wrap="square" tIns="45700">
            <a:normAutofit/>
          </a:bodyPr>
          <a:lstStyle/>
          <a:p>
            <a:pPr indent="-327406" lvl="0" marL="457200" rtl="0" algn="just">
              <a:lnSpc>
                <a:spcPct val="107000"/>
              </a:lnSpc>
              <a:spcBef>
                <a:spcPts val="0"/>
              </a:spcBef>
              <a:spcAft>
                <a:spcPts val="0"/>
              </a:spcAft>
              <a:buSzPts val="1556"/>
              <a:buChar char="∙"/>
            </a:pPr>
            <a:r>
              <a:rPr lang="es-ES" sz="1200">
                <a:latin typeface="Cambria"/>
                <a:ea typeface="Cambria"/>
                <a:cs typeface="Cambria"/>
                <a:sym typeface="Cambria"/>
              </a:rPr>
              <a:t>ApiServlet</a:t>
            </a:r>
            <a:endParaRPr sz="1200">
              <a:latin typeface="Cambria"/>
              <a:ea typeface="Cambria"/>
              <a:cs typeface="Cambria"/>
              <a:sym typeface="Cambria"/>
            </a:endParaRPr>
          </a:p>
          <a:p>
            <a:pPr indent="-327406" lvl="0" marL="457200" rtl="0" algn="just">
              <a:lnSpc>
                <a:spcPct val="107000"/>
              </a:lnSpc>
              <a:spcBef>
                <a:spcPts val="0"/>
              </a:spcBef>
              <a:spcAft>
                <a:spcPts val="0"/>
              </a:spcAft>
              <a:buSzPts val="1556"/>
              <a:buChar char="∙"/>
            </a:pPr>
            <a:r>
              <a:rPr lang="es-ES" sz="1200">
                <a:latin typeface="Cambria"/>
                <a:ea typeface="Cambria"/>
                <a:cs typeface="Cambria"/>
                <a:sym typeface="Cambria"/>
              </a:rPr>
              <a:t>Parte 1 de 11</a:t>
            </a:r>
            <a:endParaRPr sz="1200">
              <a:latin typeface="Cambria"/>
              <a:ea typeface="Cambria"/>
              <a:cs typeface="Cambria"/>
              <a:sym typeface="Cambria"/>
            </a:endParaRPr>
          </a:p>
        </p:txBody>
      </p:sp>
      <p:sp>
        <p:nvSpPr>
          <p:cNvPr id="231" name="Google Shape;231;p29"/>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MÓVIL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232" name="Google Shape;232;p29"/>
          <p:cNvGraphicFramePr/>
          <p:nvPr/>
        </p:nvGraphicFramePr>
        <p:xfrm>
          <a:off x="2964625" y="1876275"/>
          <a:ext cx="3000000" cy="3000000"/>
        </p:xfrm>
        <a:graphic>
          <a:graphicData uri="http://schemas.openxmlformats.org/drawingml/2006/table">
            <a:tbl>
              <a:tblPr>
                <a:noFill/>
                <a:tableStyleId>{BF136021-7255-42B7-A7E7-87A8D8FFE9CA}</a:tableStyleId>
              </a:tblPr>
              <a:tblGrid>
                <a:gridCol w="6062675"/>
              </a:tblGrid>
              <a:tr h="4230000">
                <a:tc>
                  <a:txBody>
                    <a:bodyPr/>
                    <a:lstStyle/>
                    <a:p>
                      <a:pPr indent="0" lvl="0" marL="0" rtl="0" algn="l">
                        <a:spcBef>
                          <a:spcPts val="0"/>
                        </a:spcBef>
                        <a:spcAft>
                          <a:spcPts val="0"/>
                        </a:spcAft>
                        <a:buNone/>
                      </a:pPr>
                      <a:r>
                        <a:rPr lang="es-ES" sz="900">
                          <a:solidFill>
                            <a:srgbClr val="4F81BD"/>
                          </a:solidFill>
                          <a:latin typeface="Calibri"/>
                          <a:ea typeface="Calibri"/>
                          <a:cs typeface="Calibri"/>
                          <a:sym typeface="Calibri"/>
                        </a:rPr>
                        <a:t>package ec.edu.monster.cliente.api;</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import ec.edu.monster.cliente.config.Configuracion;</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import ec.edu.monster.cliente.soap.SoapClient;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import ec.edu.monster.cliente.soap.SoapException;</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import jakarta.json.Json;</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import jakarta.json.JsonException;</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import jakarta.json.JsonNumber;</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import jakarta.json.JsonObject;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import jakarta.json.JsonString;</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import jakarta.json.JsonValue;</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import jakarta.servlet.ServletConfig;</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import jakarta.servlet.ServletContext;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import jakarta.servlet.ServletException;</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import jakarta.servlet.annotation.WebServlet;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import jakarta.servlet.http.HttpServlet;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import jakarta.servlet.http.HttpServletRequest;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import jakarta.servlet.http.HttpServletResponse;</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import jakarta.servlet.http.HttpSession;</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import java.io.IOException;</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import java.io.Reader;</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import java.nio.charset.StandardCharsets;</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 API JSON que usa el navegador. Traduce cada llamada a una operación SOAP.</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   GET  /api/estado     ¿hay sesión iniciada?</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   POST /api/login      WSAutenticador.login</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   POST /api/logout     WSAutenticador.logout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   POST /api/convertir  WSConversorUnidades.convertir-unidades</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9"/>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230" name="Google Shape;230;p29"/>
          <p:cNvSpPr txBox="1"/>
          <p:nvPr>
            <p:ph idx="1" type="body"/>
          </p:nvPr>
        </p:nvSpPr>
        <p:spPr>
          <a:xfrm>
            <a:off x="581200" y="1876275"/>
            <a:ext cx="2132400" cy="4701300"/>
          </a:xfrm>
          <a:prstGeom prst="rect">
            <a:avLst/>
          </a:prstGeom>
          <a:noFill/>
          <a:ln>
            <a:noFill/>
          </a:ln>
        </p:spPr>
        <p:txBody>
          <a:bodyPr anchorCtr="0" anchor="ctr" bIns="45700" lIns="91425" spcFirstLastPara="1" rIns="91425" wrap="square" tIns="45700">
            <a:normAutofit/>
          </a:bodyPr>
          <a:lstStyle/>
          <a:p>
            <a:pPr indent="-327406" lvl="0" marL="457200" rtl="0" algn="just">
              <a:lnSpc>
                <a:spcPct val="107000"/>
              </a:lnSpc>
              <a:spcBef>
                <a:spcPts val="0"/>
              </a:spcBef>
              <a:spcAft>
                <a:spcPts val="0"/>
              </a:spcAft>
              <a:buSzPts val="1556"/>
              <a:buChar char="∙"/>
            </a:pPr>
            <a:r>
              <a:rPr lang="es-ES" sz="1200">
                <a:latin typeface="Cambria"/>
                <a:ea typeface="Cambria"/>
                <a:cs typeface="Cambria"/>
                <a:sym typeface="Cambria"/>
              </a:rPr>
              <a:t>ApiServlet</a:t>
            </a:r>
            <a:endParaRPr sz="1200">
              <a:latin typeface="Cambria"/>
              <a:ea typeface="Cambria"/>
              <a:cs typeface="Cambria"/>
              <a:sym typeface="Cambria"/>
            </a:endParaRPr>
          </a:p>
          <a:p>
            <a:pPr indent="-327406" lvl="0" marL="457200" rtl="0" algn="just">
              <a:lnSpc>
                <a:spcPct val="107000"/>
              </a:lnSpc>
              <a:spcBef>
                <a:spcPts val="0"/>
              </a:spcBef>
              <a:spcAft>
                <a:spcPts val="0"/>
              </a:spcAft>
              <a:buSzPts val="1556"/>
              <a:buChar char="∙"/>
            </a:pPr>
            <a:r>
              <a:rPr lang="es-ES" sz="1200">
                <a:latin typeface="Cambria"/>
                <a:ea typeface="Cambria"/>
                <a:cs typeface="Cambria"/>
                <a:sym typeface="Cambria"/>
              </a:rPr>
              <a:t>Parte 2 de 11</a:t>
            </a:r>
            <a:endParaRPr sz="1200">
              <a:latin typeface="Cambria"/>
              <a:ea typeface="Cambria"/>
              <a:cs typeface="Cambria"/>
              <a:sym typeface="Cambria"/>
            </a:endParaRPr>
          </a:p>
        </p:txBody>
      </p:sp>
      <p:sp>
        <p:nvSpPr>
          <p:cNvPr id="231" name="Google Shape;231;p29"/>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MÓVIL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232" name="Google Shape;232;p29"/>
          <p:cNvGraphicFramePr/>
          <p:nvPr/>
        </p:nvGraphicFramePr>
        <p:xfrm>
          <a:off x="2964625" y="1876275"/>
          <a:ext cx="3000000" cy="3000000"/>
        </p:xfrm>
        <a:graphic>
          <a:graphicData uri="http://schemas.openxmlformats.org/drawingml/2006/table">
            <a:tbl>
              <a:tblPr>
                <a:noFill/>
                <a:tableStyleId>{BF136021-7255-42B7-A7E7-87A8D8FFE9CA}</a:tableStyleId>
              </a:tblPr>
              <a:tblGrid>
                <a:gridCol w="6062675"/>
              </a:tblGrid>
              <a:tr h="4230000">
                <a:tc>
                  <a:txBody>
                    <a:bodyPr/>
                    <a:lstStyle/>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 El token SOAP se guarda en la HttpSession del servidor: nunca llega al navegador.</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@WebServlet(name = "ApiServlet", urlPatterns = "/api/*")</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public class ApiServlet extends HttpServlet {</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private static final String ATTR_TOKEN = "ws.token";</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private static final String ATTR_USUARIO = "ws.usuario";</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 Respuesta de WSAutenticador.login cuando las credenciales no son válidas.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private static final String LOGIN_INVALIDO = "Usuario invalido";</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private SoapClient soap;</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private String urlAutenticador;</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private String urlConversor;</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@Override</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public void init(ServletConfig config) throws ServletException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super.init(config);</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ServletContext ctx = config.getServletContext();</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Configuracion cfg = new Configuracion();</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String base = cfg.urlBase();</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urlAutenticador = base + "/WSAutenticador";</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urlConversor = base + "/WSConversorUnidades";</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soap = new SoapClient(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cfg.valor("WS_TOKEN_NAMESPACE", "http://localhost:8080/"),</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cfg.valor("WS_NAMESPACE", "http://webservicio.monster.edu.ec/"));</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ctx.log("Configuración leída de: " + cfg.getOrigenEnv());</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9"/>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230" name="Google Shape;230;p29"/>
          <p:cNvSpPr txBox="1"/>
          <p:nvPr>
            <p:ph idx="1" type="body"/>
          </p:nvPr>
        </p:nvSpPr>
        <p:spPr>
          <a:xfrm>
            <a:off x="581200" y="1876275"/>
            <a:ext cx="2132400" cy="4701300"/>
          </a:xfrm>
          <a:prstGeom prst="rect">
            <a:avLst/>
          </a:prstGeom>
          <a:noFill/>
          <a:ln>
            <a:noFill/>
          </a:ln>
        </p:spPr>
        <p:txBody>
          <a:bodyPr anchorCtr="0" anchor="ctr" bIns="45700" lIns="91425" spcFirstLastPara="1" rIns="91425" wrap="square" tIns="45700">
            <a:normAutofit/>
          </a:bodyPr>
          <a:lstStyle/>
          <a:p>
            <a:pPr indent="-327406" lvl="0" marL="457200" rtl="0" algn="just">
              <a:lnSpc>
                <a:spcPct val="107000"/>
              </a:lnSpc>
              <a:spcBef>
                <a:spcPts val="0"/>
              </a:spcBef>
              <a:spcAft>
                <a:spcPts val="0"/>
              </a:spcAft>
              <a:buSzPts val="1556"/>
              <a:buChar char="∙"/>
            </a:pPr>
            <a:r>
              <a:rPr lang="es-ES" sz="1200">
                <a:latin typeface="Cambria"/>
                <a:ea typeface="Cambria"/>
                <a:cs typeface="Cambria"/>
                <a:sym typeface="Cambria"/>
              </a:rPr>
              <a:t>ApiServlet</a:t>
            </a:r>
            <a:endParaRPr sz="1200">
              <a:latin typeface="Cambria"/>
              <a:ea typeface="Cambria"/>
              <a:cs typeface="Cambria"/>
              <a:sym typeface="Cambria"/>
            </a:endParaRPr>
          </a:p>
          <a:p>
            <a:pPr indent="-327406" lvl="0" marL="457200" rtl="0" algn="just">
              <a:lnSpc>
                <a:spcPct val="107000"/>
              </a:lnSpc>
              <a:spcBef>
                <a:spcPts val="0"/>
              </a:spcBef>
              <a:spcAft>
                <a:spcPts val="0"/>
              </a:spcAft>
              <a:buSzPts val="1556"/>
              <a:buChar char="∙"/>
            </a:pPr>
            <a:r>
              <a:rPr lang="es-ES" sz="1200">
                <a:latin typeface="Cambria"/>
                <a:ea typeface="Cambria"/>
                <a:cs typeface="Cambria"/>
                <a:sym typeface="Cambria"/>
              </a:rPr>
              <a:t>Parte 3 de 11</a:t>
            </a:r>
            <a:endParaRPr sz="1200">
              <a:latin typeface="Cambria"/>
              <a:ea typeface="Cambria"/>
              <a:cs typeface="Cambria"/>
              <a:sym typeface="Cambria"/>
            </a:endParaRPr>
          </a:p>
        </p:txBody>
      </p:sp>
      <p:sp>
        <p:nvSpPr>
          <p:cNvPr id="231" name="Google Shape;231;p29"/>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MÓVIL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232" name="Google Shape;232;p29"/>
          <p:cNvGraphicFramePr/>
          <p:nvPr/>
        </p:nvGraphicFramePr>
        <p:xfrm>
          <a:off x="2964625" y="1876275"/>
          <a:ext cx="3000000" cy="3000000"/>
        </p:xfrm>
        <a:graphic>
          <a:graphicData uri="http://schemas.openxmlformats.org/drawingml/2006/table">
            <a:tbl>
              <a:tblPr>
                <a:noFill/>
                <a:tableStyleId>{BF136021-7255-42B7-A7E7-87A8D8FFE9CA}</a:tableStyleId>
              </a:tblPr>
              <a:tblGrid>
                <a:gridCol w="6062675"/>
              </a:tblGrid>
              <a:tr h="4230000">
                <a:tc>
                  <a:txBody>
                    <a:bodyPr/>
                    <a:lstStyle/>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ctx.log("Cliente SOAP -&gt; " + urlAutenticador + " | " + urlConversor);</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 ------------------------------------------------------------------ rutas</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@Override</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protected void doGet(HttpServletRequest req, HttpServletResponse resp) throws IOException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if ("/estado".equals(req.getPathInfo()))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HttpSession s = req.getSession(false);</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boolean activa = s != null &amp;&amp; s.getAttribute(ATTR_TOKEN) != null;</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JsonObject json = Json.createObjectBuilder()</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.add("autenticado", activa)</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.add("usuario", activa ? String.valueOf(s.getAttribute(ATTR_USUARIO)) :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.build();</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responder(resp, 200, json);</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 else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error(resp, 404, "Ruta no encontrada.");</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@Override</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protected void doPost(HttpServletRequest req, HttpServletResponse resp) throws IOException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String ruta = req.getPathInfo() == null ? "" : req.getPathInfo();</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try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switch (ruta)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case "/login" -&gt; login(req, resp);</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case "/logout" -&gt; logout(req, resp);</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9"/>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230" name="Google Shape;230;p29"/>
          <p:cNvSpPr txBox="1"/>
          <p:nvPr>
            <p:ph idx="1" type="body"/>
          </p:nvPr>
        </p:nvSpPr>
        <p:spPr>
          <a:xfrm>
            <a:off x="581200" y="1876275"/>
            <a:ext cx="2132400" cy="4701300"/>
          </a:xfrm>
          <a:prstGeom prst="rect">
            <a:avLst/>
          </a:prstGeom>
          <a:noFill/>
          <a:ln>
            <a:noFill/>
          </a:ln>
        </p:spPr>
        <p:txBody>
          <a:bodyPr anchorCtr="0" anchor="ctr" bIns="45700" lIns="91425" spcFirstLastPara="1" rIns="91425" wrap="square" tIns="45700">
            <a:normAutofit/>
          </a:bodyPr>
          <a:lstStyle/>
          <a:p>
            <a:pPr indent="-327406" lvl="0" marL="457200" rtl="0" algn="just">
              <a:lnSpc>
                <a:spcPct val="107000"/>
              </a:lnSpc>
              <a:spcBef>
                <a:spcPts val="0"/>
              </a:spcBef>
              <a:spcAft>
                <a:spcPts val="0"/>
              </a:spcAft>
              <a:buSzPts val="1556"/>
              <a:buChar char="∙"/>
            </a:pPr>
            <a:r>
              <a:rPr lang="es-ES" sz="1200">
                <a:latin typeface="Cambria"/>
                <a:ea typeface="Cambria"/>
                <a:cs typeface="Cambria"/>
                <a:sym typeface="Cambria"/>
              </a:rPr>
              <a:t>ApiServlet</a:t>
            </a:r>
            <a:endParaRPr sz="1200">
              <a:latin typeface="Cambria"/>
              <a:ea typeface="Cambria"/>
              <a:cs typeface="Cambria"/>
              <a:sym typeface="Cambria"/>
            </a:endParaRPr>
          </a:p>
          <a:p>
            <a:pPr indent="-327406" lvl="0" marL="457200" rtl="0" algn="just">
              <a:lnSpc>
                <a:spcPct val="107000"/>
              </a:lnSpc>
              <a:spcBef>
                <a:spcPts val="0"/>
              </a:spcBef>
              <a:spcAft>
                <a:spcPts val="0"/>
              </a:spcAft>
              <a:buSzPts val="1556"/>
              <a:buChar char="∙"/>
            </a:pPr>
            <a:r>
              <a:rPr lang="es-ES" sz="1200">
                <a:latin typeface="Cambria"/>
                <a:ea typeface="Cambria"/>
                <a:cs typeface="Cambria"/>
                <a:sym typeface="Cambria"/>
              </a:rPr>
              <a:t>Parte 4 de 11</a:t>
            </a:r>
            <a:endParaRPr sz="1200">
              <a:latin typeface="Cambria"/>
              <a:ea typeface="Cambria"/>
              <a:cs typeface="Cambria"/>
              <a:sym typeface="Cambria"/>
            </a:endParaRPr>
          </a:p>
        </p:txBody>
      </p:sp>
      <p:sp>
        <p:nvSpPr>
          <p:cNvPr id="231" name="Google Shape;231;p29"/>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MÓVIL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232" name="Google Shape;232;p29"/>
          <p:cNvGraphicFramePr/>
          <p:nvPr/>
        </p:nvGraphicFramePr>
        <p:xfrm>
          <a:off x="2964625" y="1876275"/>
          <a:ext cx="3000000" cy="3000000"/>
        </p:xfrm>
        <a:graphic>
          <a:graphicData uri="http://schemas.openxmlformats.org/drawingml/2006/table">
            <a:tbl>
              <a:tblPr>
                <a:noFill/>
                <a:tableStyleId>{BF136021-7255-42B7-A7E7-87A8D8FFE9CA}</a:tableStyleId>
              </a:tblPr>
              <a:tblGrid>
                <a:gridCol w="6062675"/>
              </a:tblGrid>
              <a:tr h="4230000">
                <a:tc>
                  <a:txBody>
                    <a:bodyPr/>
                    <a:lstStyle/>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case "/convertir" -&gt; convertir(req, resp);</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default -&gt; error(resp, 404, "Ruta no encontrada.");</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 catch (JsonException | ClassCastException e)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error(resp, 400, "El cuerpo de la petición no es un JSON válido.");</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 catch (SoapException e)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manejarErrorSoap(req, resp, e);</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 ------------------------------------------------------------------ operaciones</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private void login(HttpServletRequest req, HttpServletResponse resp) throws IOException, SoapException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JsonObject in = leerJson(req);</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String usuario = texto(in, "usuario");</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String clave = texto(in, "contrasena");</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if (usuario.isBlank() || clave.isEmpty())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error(resp, 400, "Ingresa usuario y contraseña.");</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return;</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 Usuario (modelo del servidor) se serializa como &lt;username&gt; y &lt;password&gt;.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String params = "&lt;login&gt;"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 SoapClient.elemento("username", usuario)</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 SoapClient.elemento("password", clave)</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 "&lt;/login&gt;";</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String token = soap.invocar(urlAutenticador, "login", null, params);</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9"/>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230" name="Google Shape;230;p29"/>
          <p:cNvSpPr txBox="1"/>
          <p:nvPr>
            <p:ph idx="1" type="body"/>
          </p:nvPr>
        </p:nvSpPr>
        <p:spPr>
          <a:xfrm>
            <a:off x="581200" y="1876275"/>
            <a:ext cx="2132400" cy="4701300"/>
          </a:xfrm>
          <a:prstGeom prst="rect">
            <a:avLst/>
          </a:prstGeom>
          <a:noFill/>
          <a:ln>
            <a:noFill/>
          </a:ln>
        </p:spPr>
        <p:txBody>
          <a:bodyPr anchorCtr="0" anchor="ctr" bIns="45700" lIns="91425" spcFirstLastPara="1" rIns="91425" wrap="square" tIns="45700">
            <a:normAutofit/>
          </a:bodyPr>
          <a:lstStyle/>
          <a:p>
            <a:pPr indent="-327406" lvl="0" marL="457200" rtl="0" algn="just">
              <a:lnSpc>
                <a:spcPct val="107000"/>
              </a:lnSpc>
              <a:spcBef>
                <a:spcPts val="0"/>
              </a:spcBef>
              <a:spcAft>
                <a:spcPts val="0"/>
              </a:spcAft>
              <a:buSzPts val="1556"/>
              <a:buChar char="∙"/>
            </a:pPr>
            <a:r>
              <a:rPr lang="es-ES" sz="1200">
                <a:latin typeface="Cambria"/>
                <a:ea typeface="Cambria"/>
                <a:cs typeface="Cambria"/>
                <a:sym typeface="Cambria"/>
              </a:rPr>
              <a:t>ApiServlet</a:t>
            </a:r>
            <a:endParaRPr sz="1200">
              <a:latin typeface="Cambria"/>
              <a:ea typeface="Cambria"/>
              <a:cs typeface="Cambria"/>
              <a:sym typeface="Cambria"/>
            </a:endParaRPr>
          </a:p>
          <a:p>
            <a:pPr indent="-327406" lvl="0" marL="457200" rtl="0" algn="just">
              <a:lnSpc>
                <a:spcPct val="107000"/>
              </a:lnSpc>
              <a:spcBef>
                <a:spcPts val="0"/>
              </a:spcBef>
              <a:spcAft>
                <a:spcPts val="0"/>
              </a:spcAft>
              <a:buSzPts val="1556"/>
              <a:buChar char="∙"/>
            </a:pPr>
            <a:r>
              <a:rPr lang="es-ES" sz="1200">
                <a:latin typeface="Cambria"/>
                <a:ea typeface="Cambria"/>
                <a:cs typeface="Cambria"/>
                <a:sym typeface="Cambria"/>
              </a:rPr>
              <a:t>Parte 5 de 11</a:t>
            </a:r>
            <a:endParaRPr sz="1200">
              <a:latin typeface="Cambria"/>
              <a:ea typeface="Cambria"/>
              <a:cs typeface="Cambria"/>
              <a:sym typeface="Cambria"/>
            </a:endParaRPr>
          </a:p>
        </p:txBody>
      </p:sp>
      <p:sp>
        <p:nvSpPr>
          <p:cNvPr id="231" name="Google Shape;231;p29"/>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MÓVIL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232" name="Google Shape;232;p29"/>
          <p:cNvGraphicFramePr/>
          <p:nvPr/>
        </p:nvGraphicFramePr>
        <p:xfrm>
          <a:off x="2964625" y="1876275"/>
          <a:ext cx="3000000" cy="3000000"/>
        </p:xfrm>
        <a:graphic>
          <a:graphicData uri="http://schemas.openxmlformats.org/drawingml/2006/table">
            <a:tbl>
              <a:tblPr>
                <a:noFill/>
                <a:tableStyleId>{BF136021-7255-42B7-A7E7-87A8D8FFE9CA}</a:tableStyleId>
              </a:tblPr>
              <a:tblGrid>
                <a:gridCol w="6062675"/>
              </a:tblGrid>
              <a:tr h="4093000">
                <a:tc>
                  <a:txBody>
                    <a:bodyPr/>
                    <a:lstStyle/>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if (token.isBlank() || LOGIN_INVALIDO.equals(token))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error(resp, 401, "Usuario o contraseña incorrectos.");</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return;</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 Evita fijación de sesión: si ya había una sesión, se cambia su id.</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if (req.getSession(false) != null)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req.changeSessionId();</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HttpSession sesion = req.getSession(true);</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sesion.setAttribute(ATTR_TOKEN, token);</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sesion.setAttribute(ATTR_USUARIO, usuario);</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responder(resp, 200, Json.createObjectBuilder()</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.add("autenticado", true)</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.add("usuario", usuario)</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.build());</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private void logout(HttpServletRequest req, HttpServletResponse resp) throws IOException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HttpSession sesion = req.getSession(false);</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if (sesion != null)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Object token = sesion.getAttribute(ATTR_TOKEN);</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if (token != null)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try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 El handler del servidor exige el token en el header; el body es opcional.</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soap.invocar(urlAutenticador, "logout", token.toString(),</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9"/>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230" name="Google Shape;230;p29"/>
          <p:cNvSpPr txBox="1"/>
          <p:nvPr>
            <p:ph idx="1" type="body"/>
          </p:nvPr>
        </p:nvSpPr>
        <p:spPr>
          <a:xfrm>
            <a:off x="581200" y="1876275"/>
            <a:ext cx="2132400" cy="4701300"/>
          </a:xfrm>
          <a:prstGeom prst="rect">
            <a:avLst/>
          </a:prstGeom>
          <a:noFill/>
          <a:ln>
            <a:noFill/>
          </a:ln>
        </p:spPr>
        <p:txBody>
          <a:bodyPr anchorCtr="0" anchor="ctr" bIns="45700" lIns="91425" spcFirstLastPara="1" rIns="91425" wrap="square" tIns="45700">
            <a:normAutofit/>
          </a:bodyPr>
          <a:lstStyle/>
          <a:p>
            <a:pPr indent="-327406" lvl="0" marL="457200" rtl="0" algn="just">
              <a:lnSpc>
                <a:spcPct val="107000"/>
              </a:lnSpc>
              <a:spcBef>
                <a:spcPts val="0"/>
              </a:spcBef>
              <a:spcAft>
                <a:spcPts val="0"/>
              </a:spcAft>
              <a:buSzPts val="1556"/>
              <a:buChar char="∙"/>
            </a:pPr>
            <a:r>
              <a:rPr lang="es-ES" sz="1200">
                <a:latin typeface="Cambria"/>
                <a:ea typeface="Cambria"/>
                <a:cs typeface="Cambria"/>
                <a:sym typeface="Cambria"/>
              </a:rPr>
              <a:t>ApiServlet</a:t>
            </a:r>
            <a:endParaRPr sz="1200">
              <a:latin typeface="Cambria"/>
              <a:ea typeface="Cambria"/>
              <a:cs typeface="Cambria"/>
              <a:sym typeface="Cambria"/>
            </a:endParaRPr>
          </a:p>
          <a:p>
            <a:pPr indent="-327406" lvl="0" marL="457200" rtl="0" algn="just">
              <a:lnSpc>
                <a:spcPct val="107000"/>
              </a:lnSpc>
              <a:spcBef>
                <a:spcPts val="0"/>
              </a:spcBef>
              <a:spcAft>
                <a:spcPts val="0"/>
              </a:spcAft>
              <a:buSzPts val="1556"/>
              <a:buChar char="∙"/>
            </a:pPr>
            <a:r>
              <a:rPr lang="es-ES" sz="1200">
                <a:latin typeface="Cambria"/>
                <a:ea typeface="Cambria"/>
                <a:cs typeface="Cambria"/>
                <a:sym typeface="Cambria"/>
              </a:rPr>
              <a:t>Parte 6 de 11</a:t>
            </a:r>
            <a:endParaRPr sz="1200">
              <a:latin typeface="Cambria"/>
              <a:ea typeface="Cambria"/>
              <a:cs typeface="Cambria"/>
              <a:sym typeface="Cambria"/>
            </a:endParaRPr>
          </a:p>
        </p:txBody>
      </p:sp>
      <p:sp>
        <p:nvSpPr>
          <p:cNvPr id="231" name="Google Shape;231;p29"/>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MÓVIL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232" name="Google Shape;232;p29"/>
          <p:cNvGraphicFramePr/>
          <p:nvPr/>
        </p:nvGraphicFramePr>
        <p:xfrm>
          <a:off x="2964625" y="1876275"/>
          <a:ext cx="3000000" cy="3000000"/>
        </p:xfrm>
        <a:graphic>
          <a:graphicData uri="http://schemas.openxmlformats.org/drawingml/2006/table">
            <a:tbl>
              <a:tblPr>
                <a:noFill/>
                <a:tableStyleId>{BF136021-7255-42B7-A7E7-87A8D8FFE9CA}</a:tableStyleId>
              </a:tblPr>
              <a:tblGrid>
                <a:gridCol w="6062675"/>
              </a:tblGrid>
              <a:tr h="4230000">
                <a:tc>
                  <a:txBody>
                    <a:bodyPr/>
                    <a:lstStyle/>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"&lt;logout&gt;" + SoapClient.elemento("token", token.toString()) + "&lt;/logout&gt;");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 catch (SoapException e)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 Aunque el servidor falle (o ya haya olvidado el token), se cierra la sesión local.</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getServletContext().log("Logout SOAP no completado: " + e.getMessage());</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sesion.invalidate();</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responder(resp, 200, Json.createObjectBuilder().add("autenticado", false).build());</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private void convertir(HttpServletRequest req, HttpServletResponse resp) throws IOException, SoapException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HttpSession sesion = req.getSession(false);</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String token = sesion == null ? null : (String) sesion.getAttribute(ATTR_TOKEN);</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if (token == null)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JsonObject json = Json.createObjectBuilder()</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.add("error", "Inicia sesión para convertir.")</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.add("sesionExpirada", true).build();</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responder(resp, 401, json);</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return;</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JsonObject in = leerJson(req);</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String magnitud = texto(in, "tipoMagnitud");</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9"/>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230" name="Google Shape;230;p29"/>
          <p:cNvSpPr txBox="1"/>
          <p:nvPr>
            <p:ph idx="1" type="body"/>
          </p:nvPr>
        </p:nvSpPr>
        <p:spPr>
          <a:xfrm>
            <a:off x="581200" y="1876275"/>
            <a:ext cx="2132400" cy="4701300"/>
          </a:xfrm>
          <a:prstGeom prst="rect">
            <a:avLst/>
          </a:prstGeom>
          <a:noFill/>
          <a:ln>
            <a:noFill/>
          </a:ln>
        </p:spPr>
        <p:txBody>
          <a:bodyPr anchorCtr="0" anchor="ctr" bIns="45700" lIns="91425" spcFirstLastPara="1" rIns="91425" wrap="square" tIns="45700">
            <a:normAutofit/>
          </a:bodyPr>
          <a:lstStyle/>
          <a:p>
            <a:pPr indent="-327406" lvl="0" marL="457200" rtl="0" algn="just">
              <a:lnSpc>
                <a:spcPct val="107000"/>
              </a:lnSpc>
              <a:spcBef>
                <a:spcPts val="0"/>
              </a:spcBef>
              <a:spcAft>
                <a:spcPts val="0"/>
              </a:spcAft>
              <a:buSzPts val="1556"/>
              <a:buChar char="∙"/>
            </a:pPr>
            <a:r>
              <a:rPr lang="es-ES" sz="1200">
                <a:latin typeface="Cambria"/>
                <a:ea typeface="Cambria"/>
                <a:cs typeface="Cambria"/>
                <a:sym typeface="Cambria"/>
              </a:rPr>
              <a:t>ApiServlet</a:t>
            </a:r>
            <a:endParaRPr sz="1200">
              <a:latin typeface="Cambria"/>
              <a:ea typeface="Cambria"/>
              <a:cs typeface="Cambria"/>
              <a:sym typeface="Cambria"/>
            </a:endParaRPr>
          </a:p>
          <a:p>
            <a:pPr indent="-327406" lvl="0" marL="457200" rtl="0" algn="just">
              <a:lnSpc>
                <a:spcPct val="107000"/>
              </a:lnSpc>
              <a:spcBef>
                <a:spcPts val="0"/>
              </a:spcBef>
              <a:spcAft>
                <a:spcPts val="0"/>
              </a:spcAft>
              <a:buSzPts val="1556"/>
              <a:buChar char="∙"/>
            </a:pPr>
            <a:r>
              <a:rPr lang="es-ES" sz="1200">
                <a:latin typeface="Cambria"/>
                <a:ea typeface="Cambria"/>
                <a:cs typeface="Cambria"/>
                <a:sym typeface="Cambria"/>
              </a:rPr>
              <a:t>Parte 7 de 11</a:t>
            </a:r>
            <a:endParaRPr sz="1200">
              <a:latin typeface="Cambria"/>
              <a:ea typeface="Cambria"/>
              <a:cs typeface="Cambria"/>
              <a:sym typeface="Cambria"/>
            </a:endParaRPr>
          </a:p>
        </p:txBody>
      </p:sp>
      <p:sp>
        <p:nvSpPr>
          <p:cNvPr id="231" name="Google Shape;231;p29"/>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MÓVIL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232" name="Google Shape;232;p29"/>
          <p:cNvGraphicFramePr/>
          <p:nvPr/>
        </p:nvGraphicFramePr>
        <p:xfrm>
          <a:off x="2964625" y="1876275"/>
          <a:ext cx="3000000" cy="3000000"/>
        </p:xfrm>
        <a:graphic>
          <a:graphicData uri="http://schemas.openxmlformats.org/drawingml/2006/table">
            <a:tbl>
              <a:tblPr>
                <a:noFill/>
                <a:tableStyleId>{BF136021-7255-42B7-A7E7-87A8D8FFE9CA}</a:tableStyleId>
              </a:tblPr>
              <a:tblGrid>
                <a:gridCol w="6062675"/>
              </a:tblGrid>
              <a:tr h="4093000">
                <a:tc>
                  <a:txBody>
                    <a:bodyPr/>
                    <a:lstStyle/>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String origen = texto(in, "unidadOrigen");</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String destino = texto(in, "unidadDestino");</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Double valor = numero(in, "valorOrigen");</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if (magnitud.isBlank() || origen.isBlank() || destino.isBlank())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error(resp, 400, "Elige la magnitud y las unidades de origen y destino.");</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return;</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if (valor == null || valor.isNaN() || valor.isInfinite())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error(resp, 400, "Ingresa un valor numérico válido.");</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return;</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 Elementos de ConversionDTO; valorResultado lo calcula el servidor.</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String params = "&lt;peticionConversion&gt;"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 SoapClient.elemento("valorOrigen", Double.toString(valor))</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 SoapClient.elemento("unidadOrigen", origen)</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 SoapClient.elemento("unidadDestino", destino)</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 SoapClient.elemento("tipoMagnitud", magnitud)</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 "&lt;/peticionConversion&gt;";</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String retorno = soap.invocar(urlConversor, "convertir-unidades", token, params);</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double resultado;</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try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resultado = Double.parseDouble(retorno);</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 catch (NumberFormatException e) {</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9"/>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230" name="Google Shape;230;p29"/>
          <p:cNvSpPr txBox="1"/>
          <p:nvPr>
            <p:ph idx="1" type="body"/>
          </p:nvPr>
        </p:nvSpPr>
        <p:spPr>
          <a:xfrm>
            <a:off x="581200" y="1876275"/>
            <a:ext cx="2132400" cy="4701300"/>
          </a:xfrm>
          <a:prstGeom prst="rect">
            <a:avLst/>
          </a:prstGeom>
          <a:noFill/>
          <a:ln>
            <a:noFill/>
          </a:ln>
        </p:spPr>
        <p:txBody>
          <a:bodyPr anchorCtr="0" anchor="ctr" bIns="45700" lIns="91425" spcFirstLastPara="1" rIns="91425" wrap="square" tIns="45700">
            <a:normAutofit/>
          </a:bodyPr>
          <a:lstStyle/>
          <a:p>
            <a:pPr indent="-327406" lvl="0" marL="457200" rtl="0" algn="just">
              <a:lnSpc>
                <a:spcPct val="107000"/>
              </a:lnSpc>
              <a:spcBef>
                <a:spcPts val="0"/>
              </a:spcBef>
              <a:spcAft>
                <a:spcPts val="0"/>
              </a:spcAft>
              <a:buSzPts val="1556"/>
              <a:buChar char="∙"/>
            </a:pPr>
            <a:r>
              <a:rPr lang="es-ES" sz="1200">
                <a:latin typeface="Cambria"/>
                <a:ea typeface="Cambria"/>
                <a:cs typeface="Cambria"/>
                <a:sym typeface="Cambria"/>
              </a:rPr>
              <a:t>ApiServlet</a:t>
            </a:r>
            <a:endParaRPr sz="1200">
              <a:latin typeface="Cambria"/>
              <a:ea typeface="Cambria"/>
              <a:cs typeface="Cambria"/>
              <a:sym typeface="Cambria"/>
            </a:endParaRPr>
          </a:p>
          <a:p>
            <a:pPr indent="-327406" lvl="0" marL="457200" rtl="0" algn="just">
              <a:lnSpc>
                <a:spcPct val="107000"/>
              </a:lnSpc>
              <a:spcBef>
                <a:spcPts val="0"/>
              </a:spcBef>
              <a:spcAft>
                <a:spcPts val="0"/>
              </a:spcAft>
              <a:buSzPts val="1556"/>
              <a:buChar char="∙"/>
            </a:pPr>
            <a:r>
              <a:rPr lang="es-ES" sz="1200">
                <a:latin typeface="Cambria"/>
                <a:ea typeface="Cambria"/>
                <a:cs typeface="Cambria"/>
                <a:sym typeface="Cambria"/>
              </a:rPr>
              <a:t>Parte 8 de 11</a:t>
            </a:r>
            <a:endParaRPr sz="1200">
              <a:latin typeface="Cambria"/>
              <a:ea typeface="Cambria"/>
              <a:cs typeface="Cambria"/>
              <a:sym typeface="Cambria"/>
            </a:endParaRPr>
          </a:p>
        </p:txBody>
      </p:sp>
      <p:sp>
        <p:nvSpPr>
          <p:cNvPr id="231" name="Google Shape;231;p29"/>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MÓVIL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232" name="Google Shape;232;p29"/>
          <p:cNvGraphicFramePr/>
          <p:nvPr/>
        </p:nvGraphicFramePr>
        <p:xfrm>
          <a:off x="2964625" y="1876275"/>
          <a:ext cx="3000000" cy="3000000"/>
        </p:xfrm>
        <a:graphic>
          <a:graphicData uri="http://schemas.openxmlformats.org/drawingml/2006/table">
            <a:tbl>
              <a:tblPr>
                <a:noFill/>
                <a:tableStyleId>{BF136021-7255-42B7-A7E7-87A8D8FFE9CA}</a:tableStyleId>
              </a:tblPr>
              <a:tblGrid>
                <a:gridCol w="6062675"/>
              </a:tblGrid>
              <a:tr h="4093000">
                <a:tc>
                  <a:txBody>
                    <a:bodyPr/>
                    <a:lstStyle/>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error(resp, 502, "El servidor devolvió un resultado no numérico: " + retorno);</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return;</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if (Double.isNaN(resultado) || Double.isInfinite(resultado))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error(resp, 422, "El resultado no es representable. Prueba con un valor más pequeño.");</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return;</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responder(resp, 200, Json.createObjectBuilder()</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.add("valorOrigen", valor)</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.add("unidadOrigen", origen)</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.add("unidadDestino", destino)</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.add("tipoMagnitud", magnitud)</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.add("resultado", resultado)</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.build());</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 ------------------------------------------------------------------ errores</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private void manejarErrorSoap(HttpServletRequest req, HttpServletResponse resp, SoapException e)</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throws IOException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switch (e.getTipo())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case SIN_CONEXION -&gt; error(resp, 503, e.getMessage());</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case RESPUESTA_INVALIDA -&gt; error(resp, 502, e.getMessage());</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case FALLO_SERVICIO -&gt;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if (e.esErrorDeAutenticacion()) {</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9"/>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230" name="Google Shape;230;p29"/>
          <p:cNvSpPr txBox="1"/>
          <p:nvPr>
            <p:ph idx="1" type="body"/>
          </p:nvPr>
        </p:nvSpPr>
        <p:spPr>
          <a:xfrm>
            <a:off x="581200" y="1876275"/>
            <a:ext cx="2132400" cy="4701300"/>
          </a:xfrm>
          <a:prstGeom prst="rect">
            <a:avLst/>
          </a:prstGeom>
          <a:noFill/>
          <a:ln>
            <a:noFill/>
          </a:ln>
        </p:spPr>
        <p:txBody>
          <a:bodyPr anchorCtr="0" anchor="ctr" bIns="45700" lIns="91425" spcFirstLastPara="1" rIns="91425" wrap="square" tIns="45700">
            <a:normAutofit/>
          </a:bodyPr>
          <a:lstStyle/>
          <a:p>
            <a:pPr indent="-327406" lvl="0" marL="457200" rtl="0" algn="just">
              <a:lnSpc>
                <a:spcPct val="107000"/>
              </a:lnSpc>
              <a:spcBef>
                <a:spcPts val="0"/>
              </a:spcBef>
              <a:spcAft>
                <a:spcPts val="0"/>
              </a:spcAft>
              <a:buSzPts val="1556"/>
              <a:buChar char="∙"/>
            </a:pPr>
            <a:r>
              <a:rPr lang="es-ES" sz="1200">
                <a:latin typeface="Cambria"/>
                <a:ea typeface="Cambria"/>
                <a:cs typeface="Cambria"/>
                <a:sym typeface="Cambria"/>
              </a:rPr>
              <a:t>ApiServlet</a:t>
            </a:r>
            <a:endParaRPr sz="1200">
              <a:latin typeface="Cambria"/>
              <a:ea typeface="Cambria"/>
              <a:cs typeface="Cambria"/>
              <a:sym typeface="Cambria"/>
            </a:endParaRPr>
          </a:p>
          <a:p>
            <a:pPr indent="-327406" lvl="0" marL="457200" rtl="0" algn="just">
              <a:lnSpc>
                <a:spcPct val="107000"/>
              </a:lnSpc>
              <a:spcBef>
                <a:spcPts val="0"/>
              </a:spcBef>
              <a:spcAft>
                <a:spcPts val="0"/>
              </a:spcAft>
              <a:buSzPts val="1556"/>
              <a:buChar char="∙"/>
            </a:pPr>
            <a:r>
              <a:rPr lang="es-ES" sz="1200">
                <a:latin typeface="Cambria"/>
                <a:ea typeface="Cambria"/>
                <a:cs typeface="Cambria"/>
                <a:sym typeface="Cambria"/>
              </a:rPr>
              <a:t>Parte 9 de 11</a:t>
            </a:r>
            <a:endParaRPr sz="1200">
              <a:latin typeface="Cambria"/>
              <a:ea typeface="Cambria"/>
              <a:cs typeface="Cambria"/>
              <a:sym typeface="Cambria"/>
            </a:endParaRPr>
          </a:p>
        </p:txBody>
      </p:sp>
      <p:sp>
        <p:nvSpPr>
          <p:cNvPr id="231" name="Google Shape;231;p29"/>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MÓVIL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232" name="Google Shape;232;p29"/>
          <p:cNvGraphicFramePr/>
          <p:nvPr/>
        </p:nvGraphicFramePr>
        <p:xfrm>
          <a:off x="2964625" y="1876275"/>
          <a:ext cx="3000000" cy="3000000"/>
        </p:xfrm>
        <a:graphic>
          <a:graphicData uri="http://schemas.openxmlformats.org/drawingml/2006/table">
            <a:tbl>
              <a:tblPr>
                <a:noFill/>
                <a:tableStyleId>{BF136021-7255-42B7-A7E7-87A8D8FFE9CA}</a:tableStyleId>
              </a:tblPr>
              <a:tblGrid>
                <a:gridCol w="6062675"/>
              </a:tblGrid>
              <a:tr h="4230000">
                <a:tc>
                  <a:txBody>
                    <a:bodyPr/>
                    <a:lstStyle/>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 Token inválido: p. ej. el servidor se reinició y olvidó los tokens (viven en memoria).</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HttpSession s = req.getSession(false);</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if (s != null)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s.invalidate();</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responder(resp, 401, Json.createObjectBuilder()</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.add("error", "Tu sesión terminó. Inicia sesión de nuevo.")</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.add("sesionExpirada", true).build());</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 else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 Validaciones del servidor (unidad inválida, valor negativo, bajo cero absoluto...).</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error(resp, 422, e.getMessage());</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 ------------------------------------------------------------------ utilidades</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private static JsonObject leerJson(HttpServletRequest req) throws IOException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req.setCharacterEncoding(StandardCharsets.UTF_8.name());</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try (Reader r = req.getReader(); var lector = Json.createReader(r))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return lector.readObject();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private static String texto(JsonObject o, String clave)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JsonValue v = o.get(clave);</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9"/>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230" name="Google Shape;230;p29"/>
          <p:cNvSpPr txBox="1"/>
          <p:nvPr>
            <p:ph idx="1" type="body"/>
          </p:nvPr>
        </p:nvSpPr>
        <p:spPr>
          <a:xfrm>
            <a:off x="581200" y="1876275"/>
            <a:ext cx="2132400" cy="4701300"/>
          </a:xfrm>
          <a:prstGeom prst="rect">
            <a:avLst/>
          </a:prstGeom>
          <a:noFill/>
          <a:ln>
            <a:noFill/>
          </a:ln>
        </p:spPr>
        <p:txBody>
          <a:bodyPr anchorCtr="0" anchor="ctr" bIns="45700" lIns="91425" spcFirstLastPara="1" rIns="91425" wrap="square" tIns="45700">
            <a:normAutofit/>
          </a:bodyPr>
          <a:lstStyle/>
          <a:p>
            <a:pPr indent="-327406" lvl="0" marL="457200" rtl="0" algn="just">
              <a:lnSpc>
                <a:spcPct val="107000"/>
              </a:lnSpc>
              <a:spcBef>
                <a:spcPts val="0"/>
              </a:spcBef>
              <a:spcAft>
                <a:spcPts val="0"/>
              </a:spcAft>
              <a:buSzPts val="1556"/>
              <a:buChar char="∙"/>
            </a:pPr>
            <a:r>
              <a:rPr lang="es-ES" sz="1200">
                <a:latin typeface="Cambria"/>
                <a:ea typeface="Cambria"/>
                <a:cs typeface="Cambria"/>
                <a:sym typeface="Cambria"/>
              </a:rPr>
              <a:t>ApiServlet</a:t>
            </a:r>
            <a:endParaRPr sz="1200">
              <a:latin typeface="Cambria"/>
              <a:ea typeface="Cambria"/>
              <a:cs typeface="Cambria"/>
              <a:sym typeface="Cambria"/>
            </a:endParaRPr>
          </a:p>
          <a:p>
            <a:pPr indent="-327406" lvl="0" marL="457200" rtl="0" algn="just">
              <a:lnSpc>
                <a:spcPct val="107000"/>
              </a:lnSpc>
              <a:spcBef>
                <a:spcPts val="0"/>
              </a:spcBef>
              <a:spcAft>
                <a:spcPts val="0"/>
              </a:spcAft>
              <a:buSzPts val="1556"/>
              <a:buChar char="∙"/>
            </a:pPr>
            <a:r>
              <a:rPr lang="es-ES" sz="1200">
                <a:latin typeface="Cambria"/>
                <a:ea typeface="Cambria"/>
                <a:cs typeface="Cambria"/>
                <a:sym typeface="Cambria"/>
              </a:rPr>
              <a:t>Parte 10 de 11</a:t>
            </a:r>
            <a:endParaRPr sz="1200">
              <a:latin typeface="Cambria"/>
              <a:ea typeface="Cambria"/>
              <a:cs typeface="Cambria"/>
              <a:sym typeface="Cambria"/>
            </a:endParaRPr>
          </a:p>
        </p:txBody>
      </p:sp>
      <p:sp>
        <p:nvSpPr>
          <p:cNvPr id="231" name="Google Shape;231;p29"/>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MÓVIL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232" name="Google Shape;232;p29"/>
          <p:cNvGraphicFramePr/>
          <p:nvPr/>
        </p:nvGraphicFramePr>
        <p:xfrm>
          <a:off x="2964625" y="1876275"/>
          <a:ext cx="3000000" cy="3000000"/>
        </p:xfrm>
        <a:graphic>
          <a:graphicData uri="http://schemas.openxmlformats.org/drawingml/2006/table">
            <a:tbl>
              <a:tblPr>
                <a:noFill/>
                <a:tableStyleId>{BF136021-7255-42B7-A7E7-87A8D8FFE9CA}</a:tableStyleId>
              </a:tblPr>
              <a:tblGrid>
                <a:gridCol w="6062675"/>
              </a:tblGrid>
              <a:tr h="3956000">
                <a:tc>
                  <a:txBody>
                    <a:bodyPr/>
                    <a:lstStyle/>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if (v instanceof JsonString s)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 La contraseña se envía tal cual; el resto de campos se recorta.</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return "contrasena".equals(clave) ? s.getString() : s.getString().trim();</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return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private static Double numero(JsonObject o, String clave)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JsonValue v = o.get(clave);</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if (v instanceof JsonNumber n)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return n.doubleValue();</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if (v instanceof JsonString s)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try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return Double.valueOf(s.getString().trim().replace(',',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 catch (NumberFormatException e)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return null;</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return null;</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private static void error(HttpServletResponse resp, int estado, String mensaje) throws IOException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responder(resp, estado, Json.createObjectBuilder().add("error", mensaje).build());</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9"/>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230" name="Google Shape;230;p29"/>
          <p:cNvSpPr txBox="1"/>
          <p:nvPr>
            <p:ph idx="1" type="body"/>
          </p:nvPr>
        </p:nvSpPr>
        <p:spPr>
          <a:xfrm>
            <a:off x="581200" y="1876275"/>
            <a:ext cx="2132400" cy="4701300"/>
          </a:xfrm>
          <a:prstGeom prst="rect">
            <a:avLst/>
          </a:prstGeom>
          <a:noFill/>
          <a:ln>
            <a:noFill/>
          </a:ln>
        </p:spPr>
        <p:txBody>
          <a:bodyPr anchorCtr="0" anchor="ctr" bIns="45700" lIns="91425" spcFirstLastPara="1" rIns="91425" wrap="square" tIns="45700">
            <a:normAutofit/>
          </a:bodyPr>
          <a:lstStyle/>
          <a:p>
            <a:pPr indent="-327406" lvl="0" marL="457200" rtl="0" algn="just">
              <a:lnSpc>
                <a:spcPct val="107000"/>
              </a:lnSpc>
              <a:spcBef>
                <a:spcPts val="0"/>
              </a:spcBef>
              <a:spcAft>
                <a:spcPts val="0"/>
              </a:spcAft>
              <a:buSzPts val="1556"/>
              <a:buChar char="∙"/>
            </a:pPr>
            <a:r>
              <a:rPr lang="es-ES" sz="1200">
                <a:latin typeface="Cambria"/>
                <a:ea typeface="Cambria"/>
                <a:cs typeface="Cambria"/>
                <a:sym typeface="Cambria"/>
              </a:rPr>
              <a:t>ApiServlet</a:t>
            </a:r>
            <a:endParaRPr sz="1200">
              <a:latin typeface="Cambria"/>
              <a:ea typeface="Cambria"/>
              <a:cs typeface="Cambria"/>
              <a:sym typeface="Cambria"/>
            </a:endParaRPr>
          </a:p>
          <a:p>
            <a:pPr indent="-327406" lvl="0" marL="457200" rtl="0" algn="just">
              <a:lnSpc>
                <a:spcPct val="107000"/>
              </a:lnSpc>
              <a:spcBef>
                <a:spcPts val="0"/>
              </a:spcBef>
              <a:spcAft>
                <a:spcPts val="0"/>
              </a:spcAft>
              <a:buSzPts val="1556"/>
              <a:buChar char="∙"/>
            </a:pPr>
            <a:r>
              <a:rPr lang="es-ES" sz="1200">
                <a:latin typeface="Cambria"/>
                <a:ea typeface="Cambria"/>
                <a:cs typeface="Cambria"/>
                <a:sym typeface="Cambria"/>
              </a:rPr>
              <a:t>Parte 11 de 11</a:t>
            </a:r>
            <a:endParaRPr sz="1200">
              <a:latin typeface="Cambria"/>
              <a:ea typeface="Cambria"/>
              <a:cs typeface="Cambria"/>
              <a:sym typeface="Cambria"/>
            </a:endParaRPr>
          </a:p>
        </p:txBody>
      </p:sp>
      <p:sp>
        <p:nvSpPr>
          <p:cNvPr id="231" name="Google Shape;231;p29"/>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MÓVIL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232" name="Google Shape;232;p29"/>
          <p:cNvGraphicFramePr/>
          <p:nvPr/>
        </p:nvGraphicFramePr>
        <p:xfrm>
          <a:off x="2964625" y="1876275"/>
          <a:ext cx="3000000" cy="3000000"/>
        </p:xfrm>
        <a:graphic>
          <a:graphicData uri="http://schemas.openxmlformats.org/drawingml/2006/table">
            <a:tbl>
              <a:tblPr>
                <a:noFill/>
                <a:tableStyleId>{BF136021-7255-42B7-A7E7-87A8D8FFE9CA}</a:tableStyleId>
              </a:tblPr>
              <a:tblGrid>
                <a:gridCol w="6062675"/>
              </a:tblGrid>
              <a:tr h="1353000">
                <a:tc>
                  <a:txBody>
                    <a:bodyPr/>
                    <a:lstStyle/>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private static void responder(HttpServletResponse resp, int estado, JsonObject json) throws IOException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resp.setStatus(estado);</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resp.setContentType("application/json");</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resp.setCharacterEncoding(StandardCharsets.UTF_8.name());</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resp.setHeader("Cache-Control", "no-store");</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resp.getWriter().write(json.toString());</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6"/>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p:nvPr>
            <p:ph idx="1" type="body"/>
          </p:nvPr>
        </p:nvSpPr>
        <p:spPr>
          <a:xfrm>
            <a:off x="581200" y="1850000"/>
            <a:ext cx="8589300" cy="1650000"/>
          </a:xfrm>
          <a:prstGeom prst="rect">
            <a:avLst/>
          </a:prstGeom>
          <a:noFill/>
          <a:ln>
            <a:noFill/>
          </a:ln>
        </p:spPr>
        <p:txBody>
          <a:bodyPr anchorCtr="0" anchor="ctr" bIns="45700" lIns="91425" spcFirstLastPara="1" rIns="91425" wrap="square" tIns="45700">
            <a:normAutofit/>
          </a:bodyPr>
          <a:lstStyle/>
          <a:p>
            <a:pPr indent="-342900" lvl="0" marL="342900" marR="0" rtl="0" algn="just">
              <a:lnSpc>
                <a:spcPct val="107000"/>
              </a:lnSpc>
              <a:spcBef>
                <a:spcPts val="0"/>
              </a:spcBef>
              <a:spcAft>
                <a:spcPts val="0"/>
              </a:spcAft>
              <a:buSzPts val="1785"/>
              <a:buChar char="∙"/>
            </a:pPr>
            <a:r>
              <a:rPr b="1" lang="es-ES" sz="1929">
                <a:latin typeface="Cambria"/>
                <a:ea typeface="Cambria"/>
                <a:cs typeface="Cambria"/>
                <a:sym typeface="Cambria"/>
              </a:rPr>
              <a:t>Cliente Web en funcionamiento</a:t>
            </a:r>
            <a:endParaRPr b="1" sz="1929">
              <a:latin typeface="Cambria"/>
              <a:ea typeface="Cambria"/>
              <a:cs typeface="Cambria"/>
              <a:sym typeface="Cambria"/>
            </a:endParaRPr>
          </a:p>
          <a:p>
            <a:pPr indent="0" lvl="0" marL="0" marR="0" rtl="0" algn="just">
              <a:lnSpc>
                <a:spcPct val="107000"/>
              </a:lnSpc>
              <a:spcBef>
                <a:spcPts val="0"/>
              </a:spcBef>
              <a:spcAft>
                <a:spcPts val="0"/>
              </a:spcAft>
              <a:buSzPts val="1948"/>
              <a:buNone/>
            </a:pPr>
            <a:r>
              <a:t/>
            </a:r>
            <a:endParaRPr>
              <a:latin typeface="Cambria"/>
              <a:ea typeface="Cambria"/>
              <a:cs typeface="Cambria"/>
              <a:sym typeface="Cambria"/>
            </a:endParaRPr>
          </a:p>
          <a:p>
            <a:pPr indent="-342900" lvl="0" marL="342900" marR="0" rtl="0" algn="just">
              <a:lnSpc>
                <a:spcPct val="107000"/>
              </a:lnSpc>
              <a:spcBef>
                <a:spcPts val="0"/>
              </a:spcBef>
              <a:spcAft>
                <a:spcPts val="0"/>
              </a:spcAft>
              <a:buSzPts val="1656"/>
              <a:buFont typeface="Noto Sans Symbols"/>
              <a:buChar char="∙"/>
            </a:pPr>
            <a:r>
              <a:rPr lang="es-ES" sz="1800">
                <a:latin typeface="Cambria"/>
                <a:ea typeface="Cambria"/>
                <a:cs typeface="Cambria"/>
                <a:sym typeface="Cambria"/>
              </a:rPr>
              <a:t>Login y conversor Web.</a:t>
            </a:r>
            <a:endParaRPr sz="1800">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MÓVIL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pic>
        <p:nvPicPr>
          <p:cNvPr id="2023" name="Imagen 2023"/>
          <p:cNvPicPr preferRelativeResize="0"/>
          <p:nvPr/>
        </p:nvPicPr>
        <p:blipFill>
          <a:blip r:embed="rId10">
            <a:alphaModFix/>
          </a:blip>
          <a:stretch>
            <a:fillRect/>
          </a:stretch>
        </p:blipFill>
        <p:spPr>
          <a:xfrm>
            <a:off x="1965564" y="3600000"/>
            <a:ext cx="5820270" cy="2950000"/>
          </a:xfrm>
          <a:prstGeom prst="rect">
            <a:avLst/>
          </a:prstGeom>
          <a:noFill/>
          <a:ln>
            <a:noFill/>
          </a:ln>
        </p:spPr>
      </p:pic>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6"/>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p:nvPr>
            <p:ph idx="1" type="body"/>
          </p:nvPr>
        </p:nvSpPr>
        <p:spPr>
          <a:xfrm>
            <a:off x="581200" y="1850000"/>
            <a:ext cx="8589300" cy="1650000"/>
          </a:xfrm>
          <a:prstGeom prst="rect">
            <a:avLst/>
          </a:prstGeom>
          <a:noFill/>
          <a:ln>
            <a:noFill/>
          </a:ln>
        </p:spPr>
        <p:txBody>
          <a:bodyPr anchorCtr="0" anchor="ctr" bIns="45700" lIns="91425" spcFirstLastPara="1" rIns="91425" wrap="square" tIns="45700">
            <a:normAutofit/>
          </a:bodyPr>
          <a:lstStyle/>
          <a:p>
            <a:pPr indent="-342900" lvl="0" marL="342900" marR="0" rtl="0" algn="just">
              <a:lnSpc>
                <a:spcPct val="107000"/>
              </a:lnSpc>
              <a:spcBef>
                <a:spcPts val="0"/>
              </a:spcBef>
              <a:spcAft>
                <a:spcPts val="0"/>
              </a:spcAft>
              <a:buSzPts val="1785"/>
              <a:buChar char="∙"/>
            </a:pPr>
            <a:r>
              <a:rPr b="1" lang="es-ES" sz="1929">
                <a:latin typeface="Cambria"/>
                <a:ea typeface="Cambria"/>
                <a:cs typeface="Cambria"/>
                <a:sym typeface="Cambria"/>
              </a:rPr>
              <a:t>Cliente Móvil – Pasos 1 y 2</a:t>
            </a:r>
            <a:endParaRPr b="1" sz="1929">
              <a:latin typeface="Cambria"/>
              <a:ea typeface="Cambria"/>
              <a:cs typeface="Cambria"/>
              <a:sym typeface="Cambria"/>
            </a:endParaRPr>
          </a:p>
          <a:p>
            <a:pPr indent="0" lvl="0" marL="0" marR="0" rtl="0" algn="just">
              <a:lnSpc>
                <a:spcPct val="107000"/>
              </a:lnSpc>
              <a:spcBef>
                <a:spcPts val="0"/>
              </a:spcBef>
              <a:spcAft>
                <a:spcPts val="0"/>
              </a:spcAft>
              <a:buSzPts val="1948"/>
              <a:buNone/>
            </a:pPr>
            <a:r>
              <a:t/>
            </a:r>
            <a:endParaRPr>
              <a:latin typeface="Cambria"/>
              <a:ea typeface="Cambria"/>
              <a:cs typeface="Cambria"/>
              <a:sym typeface="Cambria"/>
            </a:endParaRPr>
          </a:p>
          <a:p>
            <a:pPr indent="-342900" lvl="0" marL="342900" marR="0" rtl="0" algn="just">
              <a:lnSpc>
                <a:spcPct val="107000"/>
              </a:lnSpc>
              <a:spcBef>
                <a:spcPts val="0"/>
              </a:spcBef>
              <a:spcAft>
                <a:spcPts val="0"/>
              </a:spcAft>
              <a:buSzPts val="1656"/>
              <a:buFont typeface="Noto Sans Symbols"/>
              <a:buChar char="∙"/>
            </a:pPr>
            <a:r>
              <a:rPr lang="es-ES" sz="1800">
                <a:latin typeface="Cambria"/>
                <a:ea typeface="Cambria"/>
                <a:cs typeface="Cambria"/>
                <a:sym typeface="Cambria"/>
              </a:rPr>
              <a:t>El proyecto se desarrolla en Android/Kotlin, con Android Studio como editor y Jetpack Compose.</a:t>
            </a:r>
            <a:endParaRPr sz="1800">
              <a:latin typeface="Cambria"/>
              <a:ea typeface="Cambria"/>
              <a:cs typeface="Cambria"/>
              <a:sym typeface="Cambria"/>
            </a:endParaRPr>
          </a:p>
          <a:p>
            <a:pPr indent="-342900" lvl="0" marL="342900" marR="0" rtl="0" algn="just">
              <a:lnSpc>
                <a:spcPct val="107000"/>
              </a:lnSpc>
              <a:spcBef>
                <a:spcPts val="0"/>
              </a:spcBef>
              <a:spcAft>
                <a:spcPts val="0"/>
              </a:spcAft>
              <a:buSzPts val="1656"/>
              <a:buFont typeface="Noto Sans Symbols"/>
              <a:buChar char="∙"/>
            </a:pPr>
            <a:r>
              <a:rPr lang="es-ES" sz="1600">
                <a:latin typeface="Cambria"/>
                <a:ea typeface="Cambria"/>
                <a:cs typeface="Cambria"/>
                <a:sym typeface="Cambria"/>
              </a:rPr>
              <a:t>Se crea el proyecto con el nombre WS_ConversionUnidades_Donet_CLIMOV_GR8 y se configuran los paquetes ec.edu.monster y la extensión que se requiera; luego se da en Finish.</a:t>
            </a:r>
            <a:endParaRPr sz="1600">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CREACIÓN DEL PROYECTO – CLIENTE MÓVIL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pic>
        <p:nvPicPr>
          <p:cNvPr id="2024" name="Imagen 2024"/>
          <p:cNvPicPr preferRelativeResize="0"/>
          <p:nvPr/>
        </p:nvPicPr>
        <p:blipFill>
          <a:blip r:embed="rId10">
            <a:alphaModFix/>
          </a:blip>
          <a:stretch>
            <a:fillRect/>
          </a:stretch>
        </p:blipFill>
        <p:spPr>
          <a:xfrm>
            <a:off x="581200" y="3939720"/>
            <a:ext cx="4219500" cy="2270558"/>
          </a:xfrm>
          <a:prstGeom prst="rect">
            <a:avLst/>
          </a:prstGeom>
          <a:noFill/>
          <a:ln>
            <a:noFill/>
          </a:ln>
        </p:spPr>
      </p:pic>
      <p:pic>
        <p:nvPicPr>
          <p:cNvPr id="2025" name="Imagen 2025"/>
          <p:cNvPicPr preferRelativeResize="0"/>
          <p:nvPr/>
        </p:nvPicPr>
        <p:blipFill>
          <a:blip r:embed="rId11">
            <a:alphaModFix/>
          </a:blip>
          <a:stretch>
            <a:fillRect/>
          </a:stretch>
        </p:blipFill>
        <p:spPr>
          <a:xfrm>
            <a:off x="4950700" y="3730637"/>
            <a:ext cx="4219500" cy="2688725"/>
          </a:xfrm>
          <a:prstGeom prst="rect">
            <a:avLst/>
          </a:prstGeom>
          <a:noFill/>
          <a:ln>
            <a:noFill/>
          </a:ln>
        </p:spPr>
      </p:pic>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6"/>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p:nvPr>
            <p:ph idx="1" type="body"/>
          </p:nvPr>
        </p:nvSpPr>
        <p:spPr>
          <a:xfrm>
            <a:off x="581200" y="1850000"/>
            <a:ext cx="8589300" cy="1650000"/>
          </a:xfrm>
          <a:prstGeom prst="rect">
            <a:avLst/>
          </a:prstGeom>
          <a:noFill/>
          <a:ln>
            <a:noFill/>
          </a:ln>
        </p:spPr>
        <p:txBody>
          <a:bodyPr anchorCtr="0" anchor="ctr" bIns="45700" lIns="91425" spcFirstLastPara="1" rIns="91425" wrap="square" tIns="45700">
            <a:normAutofit/>
          </a:bodyPr>
          <a:lstStyle/>
          <a:p>
            <a:pPr indent="-342900" lvl="0" marL="342900" marR="0" rtl="0" algn="just">
              <a:lnSpc>
                <a:spcPct val="107000"/>
              </a:lnSpc>
              <a:spcBef>
                <a:spcPts val="0"/>
              </a:spcBef>
              <a:spcAft>
                <a:spcPts val="0"/>
              </a:spcAft>
              <a:buSzPts val="1785"/>
              <a:buChar char="∙"/>
            </a:pPr>
            <a:r>
              <a:rPr b="1" lang="es-ES" sz="1929">
                <a:latin typeface="Cambria"/>
                <a:ea typeface="Cambria"/>
                <a:cs typeface="Cambria"/>
                <a:sym typeface="Cambria"/>
              </a:rPr>
              <a:t>Cliente Móvil – Pasos 3 y 4</a:t>
            </a:r>
            <a:endParaRPr b="1" sz="1929">
              <a:latin typeface="Cambria"/>
              <a:ea typeface="Cambria"/>
              <a:cs typeface="Cambria"/>
              <a:sym typeface="Cambria"/>
            </a:endParaRPr>
          </a:p>
          <a:p>
            <a:pPr indent="0" lvl="0" marL="0" marR="0" rtl="0" algn="just">
              <a:lnSpc>
                <a:spcPct val="107000"/>
              </a:lnSpc>
              <a:spcBef>
                <a:spcPts val="0"/>
              </a:spcBef>
              <a:spcAft>
                <a:spcPts val="0"/>
              </a:spcAft>
              <a:buSzPts val="1948"/>
              <a:buNone/>
            </a:pPr>
            <a:r>
              <a:t/>
            </a:r>
            <a:endParaRPr>
              <a:latin typeface="Cambria"/>
              <a:ea typeface="Cambria"/>
              <a:cs typeface="Cambria"/>
              <a:sym typeface="Cambria"/>
            </a:endParaRPr>
          </a:p>
          <a:p>
            <a:pPr indent="-342900" lvl="0" marL="342900" marR="0" rtl="0" algn="just">
              <a:lnSpc>
                <a:spcPct val="107000"/>
              </a:lnSpc>
              <a:spcBef>
                <a:spcPts val="0"/>
              </a:spcBef>
              <a:spcAft>
                <a:spcPts val="0"/>
              </a:spcAft>
              <a:buSzPts val="1656"/>
              <a:buFont typeface="Noto Sans Symbols"/>
              <a:buChar char="∙"/>
            </a:pPr>
            <a:r>
              <a:rPr lang="es-ES" sz="1800">
                <a:latin typeface="Cambria"/>
                <a:ea typeface="Cambria"/>
                <a:cs typeface="Cambria"/>
                <a:sym typeface="Cambria"/>
              </a:rPr>
              <a:t>En el entorno .env se configuran las variables de entorno para conectarse al servidor SOAP.</a:t>
            </a:r>
            <a:endParaRPr sz="1800">
              <a:latin typeface="Cambria"/>
              <a:ea typeface="Cambria"/>
              <a:cs typeface="Cambria"/>
              <a:sym typeface="Cambria"/>
            </a:endParaRPr>
          </a:p>
          <a:p>
            <a:pPr indent="-342900" lvl="0" marL="342900" marR="0" rtl="0" algn="just">
              <a:lnSpc>
                <a:spcPct val="107000"/>
              </a:lnSpc>
              <a:spcBef>
                <a:spcPts val="0"/>
              </a:spcBef>
              <a:spcAft>
                <a:spcPts val="0"/>
              </a:spcAft>
              <a:buSzPts val="1656"/>
              <a:buFont typeface="Noto Sans Symbols"/>
              <a:buChar char="∙"/>
            </a:pPr>
            <a:r>
              <a:rPr lang="es-ES" sz="1800">
                <a:latin typeface="Cambria"/>
                <a:ea typeface="Cambria"/>
                <a:cs typeface="Cambria"/>
                <a:sym typeface="Cambria"/>
              </a:rPr>
              <a:t>Con el patrón modelo, vista y controlador se crea la siguiente arquitectura en el proyecto.</a:t>
            </a:r>
            <a:endParaRPr sz="1800">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CREACIÓN DEL PROYECTO – CLIENTE MÓVIL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pic>
        <p:nvPicPr>
          <p:cNvPr id="2026" name="Imagen 2026"/>
          <p:cNvPicPr preferRelativeResize="0"/>
          <p:nvPr/>
        </p:nvPicPr>
        <p:blipFill>
          <a:blip r:embed="rId10">
            <a:alphaModFix/>
          </a:blip>
          <a:stretch>
            <a:fillRect/>
          </a:stretch>
        </p:blipFill>
        <p:spPr>
          <a:xfrm>
            <a:off x="581200" y="4489492"/>
            <a:ext cx="4219500" cy="1171014"/>
          </a:xfrm>
          <a:prstGeom prst="rect">
            <a:avLst/>
          </a:prstGeom>
          <a:noFill/>
          <a:ln>
            <a:noFill/>
          </a:ln>
        </p:spPr>
      </p:pic>
      <p:pic>
        <p:nvPicPr>
          <p:cNvPr id="2027" name="Imagen 2027"/>
          <p:cNvPicPr preferRelativeResize="0"/>
          <p:nvPr/>
        </p:nvPicPr>
        <p:blipFill>
          <a:blip r:embed="rId11">
            <a:alphaModFix/>
          </a:blip>
          <a:stretch>
            <a:fillRect/>
          </a:stretch>
        </p:blipFill>
        <p:spPr>
          <a:xfrm>
            <a:off x="5633495" y="3600000"/>
            <a:ext cx="2853908" cy="2950000"/>
          </a:xfrm>
          <a:prstGeom prst="rect">
            <a:avLst/>
          </a:prstGeom>
          <a:noFill/>
          <a:ln>
            <a:noFill/>
          </a:ln>
        </p:spPr>
      </p:pic>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9"/>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230" name="Google Shape;230;p29"/>
          <p:cNvSpPr txBox="1"/>
          <p:nvPr>
            <p:ph idx="1" type="body"/>
          </p:nvPr>
        </p:nvSpPr>
        <p:spPr>
          <a:xfrm>
            <a:off x="581200" y="1876275"/>
            <a:ext cx="2132400" cy="4701300"/>
          </a:xfrm>
          <a:prstGeom prst="rect">
            <a:avLst/>
          </a:prstGeom>
          <a:noFill/>
          <a:ln>
            <a:noFill/>
          </a:ln>
        </p:spPr>
        <p:txBody>
          <a:bodyPr anchorCtr="0" anchor="ctr" bIns="45700" lIns="91425" spcFirstLastPara="1" rIns="91425" wrap="square" tIns="45700">
            <a:normAutofit/>
          </a:bodyPr>
          <a:lstStyle/>
          <a:p>
            <a:pPr indent="-327406" lvl="0" marL="457200" rtl="0" algn="just">
              <a:lnSpc>
                <a:spcPct val="107000"/>
              </a:lnSpc>
              <a:spcBef>
                <a:spcPts val="0"/>
              </a:spcBef>
              <a:spcAft>
                <a:spcPts val="0"/>
              </a:spcAft>
              <a:buSzPts val="1556"/>
              <a:buChar char="∙"/>
            </a:pPr>
            <a:r>
              <a:rPr lang="es-ES" sz="1200">
                <a:latin typeface="Cambria"/>
                <a:ea typeface="Cambria"/>
                <a:cs typeface="Cambria"/>
                <a:sym typeface="Cambria"/>
              </a:rPr>
              <a:t>Paso 5. Se configura el AndroidManifest.xml para permitir el acceso a internet y las peticiones http.</a:t>
            </a:r>
            <a:endParaRPr sz="1200">
              <a:latin typeface="Cambria"/>
              <a:ea typeface="Cambria"/>
              <a:cs typeface="Cambria"/>
              <a:sym typeface="Cambria"/>
            </a:endParaRPr>
          </a:p>
          <a:p>
            <a:pPr indent="-327406" lvl="0" marL="457200" rtl="0" algn="just">
              <a:lnSpc>
                <a:spcPct val="107000"/>
              </a:lnSpc>
              <a:spcBef>
                <a:spcPts val="0"/>
              </a:spcBef>
              <a:spcAft>
                <a:spcPts val="0"/>
              </a:spcAft>
              <a:buSzPts val="1556"/>
              <a:buChar char="∙"/>
            </a:pPr>
            <a:r>
              <a:rPr lang="es-ES" sz="1200">
                <a:latin typeface="Cambria"/>
                <a:ea typeface="Cambria"/>
                <a:cs typeface="Cambria"/>
                <a:sym typeface="Cambria"/>
              </a:rPr>
              <a:t>AndroidManifest.xml</a:t>
            </a:r>
            <a:endParaRPr sz="1200">
              <a:latin typeface="Cambria"/>
              <a:ea typeface="Cambria"/>
              <a:cs typeface="Cambria"/>
              <a:sym typeface="Cambria"/>
            </a:endParaRPr>
          </a:p>
        </p:txBody>
      </p:sp>
      <p:sp>
        <p:nvSpPr>
          <p:cNvPr id="231" name="Google Shape;231;p29"/>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CREACIÓN DEL PROYECTO – CLIENTE MÓVIL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232" name="Google Shape;232;p29"/>
          <p:cNvGraphicFramePr/>
          <p:nvPr/>
        </p:nvGraphicFramePr>
        <p:xfrm>
          <a:off x="2964625" y="1876275"/>
          <a:ext cx="3000000" cy="3000000"/>
        </p:xfrm>
        <a:graphic>
          <a:graphicData uri="http://schemas.openxmlformats.org/drawingml/2006/table">
            <a:tbl>
              <a:tblPr>
                <a:noFill/>
                <a:tableStyleId>{BF136021-7255-42B7-A7E7-87A8D8FFE9CA}</a:tableStyleId>
              </a:tblPr>
              <a:tblGrid>
                <a:gridCol w="6062675"/>
              </a:tblGrid>
              <a:tr h="4093000">
                <a:tc>
                  <a:txBody>
                    <a:bodyPr/>
                    <a:lstStyle/>
                    <a:p>
                      <a:pPr indent="0" lvl="0" marL="0" rtl="0" algn="l">
                        <a:spcBef>
                          <a:spcPts val="0"/>
                        </a:spcBef>
                        <a:spcAft>
                          <a:spcPts val="0"/>
                        </a:spcAft>
                        <a:buNone/>
                      </a:pPr>
                      <a:r>
                        <a:rPr lang="es-ES" sz="900">
                          <a:solidFill>
                            <a:srgbClr val="4F81BD"/>
                          </a:solidFill>
                          <a:latin typeface="Calibri"/>
                          <a:ea typeface="Calibri"/>
                          <a:cs typeface="Calibri"/>
                          <a:sym typeface="Calibri"/>
                        </a:rPr>
                        <a:t>&lt;?xml version="1.0" encoding="utf-8"?&gt;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&lt;manifest xmlns:android="http://schemas.android.com/apk/res/android"</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xmlns:tools="http://schemas.android.com/tools"&gt;</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&lt;uses-permission android:name="android.permission.INTERNET" /&gt;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&lt;application</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android:allowBackup="true"</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android:usesCleartextTraffic="true"</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android:dataExtractionRules="@xml/data_extraction_rules"</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android:fullBackupContent="@xml/backup_rules"</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android:icon="@mipmap/ic_launcher"</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android:label="@string/app_name"</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android:roundIcon="@mipmap/ic_launcher_round"</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android:supportsRtl="true"</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android:theme="@style/Theme.WS_ConversionUnidades_Java_CLIMOV_GR8"&gt;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&lt;activity</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android:name=".MainActivity"</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android:exported="true"</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android:label="@string/app_name"</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android:theme="@style/Theme.WS_ConversionUnidades_Java_CLIMOV_GR8"&gt;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&lt;intent-filter&gt;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&lt;action android:name="android.intent.action.MAIN" /&gt;</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&lt;category android:name="android.intent.category.LAUNCHER" /&gt;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&lt;/intent-filter&gt;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&lt;/activity&gt;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&lt;/application&gt;</a:t>
                      </a:r>
                      <a:endParaRPr sz="900">
                        <a:solidFill>
                          <a:srgbClr val="4F81BD"/>
                        </a:solidFill>
                        <a:latin typeface="Calibri"/>
                        <a:ea typeface="Calibri"/>
                        <a:cs typeface="Calibri"/>
                        <a:sym typeface="Calibri"/>
                      </a:endParaRPr>
                    </a:p>
                    <a:p>
                      <a:pPr indent="0" lvl="0" marL="0" rtl="0" algn="l">
                        <a:spcBef>
                          <a:spcPts val="0"/>
                        </a:spcBef>
                        <a:spcAft>
                          <a:spcPts val="0"/>
                        </a:spcAft>
                        <a:buNone/>
                      </a:pPr>
                      <a:r>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&lt;/manifest&gt;</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9"/>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230" name="Google Shape;230;p29"/>
          <p:cNvSpPr txBox="1"/>
          <p:nvPr>
            <p:ph idx="1" type="body"/>
          </p:nvPr>
        </p:nvSpPr>
        <p:spPr>
          <a:xfrm>
            <a:off x="581200" y="1876275"/>
            <a:ext cx="2132400" cy="4701300"/>
          </a:xfrm>
          <a:prstGeom prst="rect">
            <a:avLst/>
          </a:prstGeom>
          <a:noFill/>
          <a:ln>
            <a:noFill/>
          </a:ln>
        </p:spPr>
        <p:txBody>
          <a:bodyPr anchorCtr="0" anchor="ctr" bIns="45700" lIns="91425" spcFirstLastPara="1" rIns="91425" wrap="square" tIns="45700">
            <a:normAutofit/>
          </a:bodyPr>
          <a:lstStyle/>
          <a:p>
            <a:pPr indent="-327406" lvl="0" marL="457200" rtl="0" algn="just">
              <a:lnSpc>
                <a:spcPct val="107000"/>
              </a:lnSpc>
              <a:spcBef>
                <a:spcPts val="0"/>
              </a:spcBef>
              <a:spcAft>
                <a:spcPts val="0"/>
              </a:spcAft>
              <a:buSzPts val="1556"/>
              <a:buChar char="∙"/>
            </a:pPr>
            <a:r>
              <a:rPr lang="es-ES" sz="1200">
                <a:latin typeface="Cambria"/>
                <a:ea typeface="Cambria"/>
                <a:cs typeface="Cambria"/>
                <a:sym typeface="Cambria"/>
              </a:rPr>
              <a:t>Paso 6. Dependencias que necesita el proyecto para el entorno de Android.</a:t>
            </a:r>
            <a:endParaRPr sz="1200">
              <a:latin typeface="Cambria"/>
              <a:ea typeface="Cambria"/>
              <a:cs typeface="Cambria"/>
              <a:sym typeface="Cambria"/>
            </a:endParaRPr>
          </a:p>
          <a:p>
            <a:pPr indent="-327406" lvl="0" marL="457200" rtl="0" algn="just">
              <a:lnSpc>
                <a:spcPct val="107000"/>
              </a:lnSpc>
              <a:spcBef>
                <a:spcPts val="0"/>
              </a:spcBef>
              <a:spcAft>
                <a:spcPts val="0"/>
              </a:spcAft>
              <a:buSzPts val="1556"/>
              <a:buChar char="∙"/>
            </a:pPr>
            <a:r>
              <a:rPr lang="es-ES" sz="1200">
                <a:latin typeface="Cambria"/>
                <a:ea typeface="Cambria"/>
                <a:cs typeface="Cambria"/>
                <a:sym typeface="Cambria"/>
              </a:rPr>
              <a:t>Dependencias del proyecto</a:t>
            </a:r>
            <a:endParaRPr sz="1200">
              <a:latin typeface="Cambria"/>
              <a:ea typeface="Cambria"/>
              <a:cs typeface="Cambria"/>
              <a:sym typeface="Cambria"/>
            </a:endParaRPr>
          </a:p>
        </p:txBody>
      </p:sp>
      <p:sp>
        <p:nvSpPr>
          <p:cNvPr id="231" name="Google Shape;231;p29"/>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CREACIÓN DEL PROYECTO – CLIENTE MÓVIL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graphicFrame>
        <p:nvGraphicFramePr>
          <p:cNvPr id="232" name="Google Shape;232;p29"/>
          <p:cNvGraphicFramePr/>
          <p:nvPr/>
        </p:nvGraphicFramePr>
        <p:xfrm>
          <a:off x="2964625" y="1876275"/>
          <a:ext cx="3000000" cy="3000000"/>
        </p:xfrm>
        <a:graphic>
          <a:graphicData uri="http://schemas.openxmlformats.org/drawingml/2006/table">
            <a:tbl>
              <a:tblPr>
                <a:noFill/>
                <a:tableStyleId>{BF136021-7255-42B7-A7E7-87A8D8FFE9CA}</a:tableStyleId>
              </a:tblPr>
              <a:tblGrid>
                <a:gridCol w="6062675"/>
              </a:tblGrid>
              <a:tr h="2723000">
                <a:tc>
                  <a:txBody>
                    <a:bodyPr/>
                    <a:lstStyle/>
                    <a:p>
                      <a:pPr indent="0" lvl="0" marL="0" rtl="0" algn="l">
                        <a:spcBef>
                          <a:spcPts val="0"/>
                        </a:spcBef>
                        <a:spcAft>
                          <a:spcPts val="0"/>
                        </a:spcAft>
                        <a:buNone/>
                      </a:pPr>
                      <a:r>
                        <a:rPr lang="es-ES" sz="900">
                          <a:solidFill>
                            <a:srgbClr val="4F81BD"/>
                          </a:solidFill>
                          <a:latin typeface="Calibri"/>
                          <a:ea typeface="Calibri"/>
                          <a:cs typeface="Calibri"/>
                          <a:sym typeface="Calibri"/>
                        </a:rPr>
                        <a:t>dependencies {</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implementation(libs.androidx.core.ktx)</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implementation(libs.androidx.lifecycle.runtime.ktx)</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implementation(libs.androidx.activity.compose)</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implementation(platform(libs.androidx.compose.bom))</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implementation(libs.androidx.compose.ui)</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implementation(libs.androidx.compose.ui.graphics)</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implementation(libs.androidx.compose.ui.tooling.preview)</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implementation(libs.androidx.compose.material3)</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implementation(libs.androidx.navigation.compose)</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testImplementation(libs.junit)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androidTestImplementation(libs.androidx.junit)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androidTestImplementation(libs.androidx.espresso.core)</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androidTestImplementation(platform(libs.androidx.compose.bom))</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androidTestImplementation(libs.androidx.compose.ui.test.junit4)</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debugImplementation(libs.androidx.compose.ui.tooling)</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debugImplementation(libs.androidx.compose.ui.test.manifest)</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 xml:space="preserve">    implementation("com.google.code.ksoap2-android:ksoap2-android:3.6.4")</a:t>
                      </a:r>
                      <a:endParaRPr sz="900">
                        <a:solidFill>
                          <a:srgbClr val="4F81BD"/>
                        </a:solidFill>
                        <a:latin typeface="Calibri"/>
                        <a:ea typeface="Calibri"/>
                        <a:cs typeface="Calibri"/>
                        <a:sym typeface="Calibri"/>
                      </a:endParaRPr>
                    </a:p>
                    <a:p>
                      <a:pPr indent="0" lvl="0" marL="0" rtl="0" algn="l">
                        <a:spcBef>
                          <a:spcPts val="0"/>
                        </a:spcBef>
                        <a:spcAft>
                          <a:spcPts val="0"/>
                        </a:spcAft>
                        <a:buNone/>
                      </a:pPr>
                      <a:r>
                        <a:rPr lang="es-ES" sz="900">
                          <a:solidFill>
                            <a:srgbClr val="4F81BD"/>
                          </a:solidFill>
                          <a:latin typeface="Calibri"/>
                          <a:ea typeface="Calibri"/>
                          <a:cs typeface="Calibri"/>
                          <a:sym typeface="Calibri"/>
                        </a:rPr>
                        <a:t>}</a:t>
                      </a:r>
                      <a:endParaRPr sz="900">
                        <a:solidFill>
                          <a:srgbClr val="4F81BD"/>
                        </a:solidFill>
                        <a:latin typeface="Calibri"/>
                        <a:ea typeface="Calibri"/>
                        <a:cs typeface="Calibri"/>
                        <a:sym typeface="Calibri"/>
                      </a:endParaRPr>
                    </a:p>
                  </a:txBody>
                  <a:tcPr marT="63500" marB="63500" marR="63500" marL="63500"/>
                </a:tc>
              </a:tr>
            </a:tbl>
          </a:graphicData>
        </a:graphic>
      </p:graphicFrame>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6"/>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p:nvPr>
            <p:ph idx="1" type="body"/>
          </p:nvPr>
        </p:nvSpPr>
        <p:spPr>
          <a:xfrm>
            <a:off x="581200" y="1850000"/>
            <a:ext cx="8589300" cy="1650000"/>
          </a:xfrm>
          <a:prstGeom prst="rect">
            <a:avLst/>
          </a:prstGeom>
          <a:noFill/>
          <a:ln>
            <a:noFill/>
          </a:ln>
        </p:spPr>
        <p:txBody>
          <a:bodyPr anchorCtr="0" anchor="ctr" bIns="45700" lIns="91425" spcFirstLastPara="1" rIns="91425" wrap="square" tIns="45700">
            <a:normAutofit/>
          </a:bodyPr>
          <a:lstStyle/>
          <a:p>
            <a:pPr indent="-342900" lvl="0" marL="342900" marR="0" rtl="0" algn="just">
              <a:lnSpc>
                <a:spcPct val="107000"/>
              </a:lnSpc>
              <a:spcBef>
                <a:spcPts val="0"/>
              </a:spcBef>
              <a:spcAft>
                <a:spcPts val="0"/>
              </a:spcAft>
              <a:buSzPts val="1785"/>
              <a:buChar char="∙"/>
            </a:pPr>
            <a:r>
              <a:rPr b="1" lang="es-ES" sz="1929">
                <a:latin typeface="Cambria"/>
                <a:ea typeface="Cambria"/>
                <a:cs typeface="Cambria"/>
                <a:sym typeface="Cambria"/>
              </a:rPr>
              <a:t>Cliente Móvil en funcionamiento</a:t>
            </a:r>
            <a:endParaRPr b="1" sz="1929">
              <a:latin typeface="Cambria"/>
              <a:ea typeface="Cambria"/>
              <a:cs typeface="Cambria"/>
              <a:sym typeface="Cambria"/>
            </a:endParaRPr>
          </a:p>
          <a:p>
            <a:pPr indent="0" lvl="0" marL="0" marR="0" rtl="0" algn="just">
              <a:lnSpc>
                <a:spcPct val="107000"/>
              </a:lnSpc>
              <a:spcBef>
                <a:spcPts val="0"/>
              </a:spcBef>
              <a:spcAft>
                <a:spcPts val="0"/>
              </a:spcAft>
              <a:buSzPts val="1948"/>
              <a:buNone/>
            </a:pPr>
            <a:r>
              <a:t/>
            </a:r>
            <a:endParaRPr>
              <a:latin typeface="Cambria"/>
              <a:ea typeface="Cambria"/>
              <a:cs typeface="Cambria"/>
              <a:sym typeface="Cambria"/>
            </a:endParaRPr>
          </a:p>
          <a:p>
            <a:pPr indent="-342900" lvl="0" marL="342900" marR="0" rtl="0" algn="just">
              <a:lnSpc>
                <a:spcPct val="107000"/>
              </a:lnSpc>
              <a:spcBef>
                <a:spcPts val="0"/>
              </a:spcBef>
              <a:spcAft>
                <a:spcPts val="0"/>
              </a:spcAft>
              <a:buSzPts val="1656"/>
              <a:buFont typeface="Noto Sans Symbols"/>
              <a:buChar char="∙"/>
            </a:pPr>
            <a:r>
              <a:rPr lang="es-ES" sz="1800">
                <a:latin typeface="Cambria"/>
                <a:ea typeface="Cambria"/>
                <a:cs typeface="Cambria"/>
                <a:sym typeface="Cambria"/>
              </a:rPr>
              <a:t>Login y conversor Móvil.</a:t>
            </a:r>
            <a:endParaRPr sz="1800">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Clr>
                <a:srgbClr val="000000"/>
              </a:buClr>
              <a:buSzPts val="1400"/>
              <a:buFont typeface="Arial"/>
              <a:buNone/>
            </a:pPr>
            <a:r>
              <a:t/>
            </a:r>
            <a:endParaRPr/>
          </a:p>
          <a:p>
            <a:pPr indent="-306000" lvl="0" marL="3060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DESARROLLO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OBJETIVO</a:t>
            </a:r>
            <a:endParaRPr>
              <a:solidFill>
                <a:schemeClr val="lt1"/>
              </a:solidFill>
            </a:endParaRPr>
          </a:p>
          <a:p>
            <a:pPr indent="-306000" lvl="1" marL="763200" rtl="0" algn="l">
              <a:spcBef>
                <a:spcPts val="840"/>
              </a:spcBef>
              <a:spcAft>
                <a:spcPts val="0"/>
              </a:spcAft>
              <a:buClr>
                <a:srgbClr val="FFFF00"/>
              </a:buClr>
              <a:buSzPts val="1104"/>
              <a:buFont typeface="Noto Sans Symbols"/>
              <a:buChar char="◼"/>
            </a:pPr>
            <a:r>
              <a:rPr b="1" lang="es-ES" sz="1200">
                <a:solidFill>
                  <a:schemeClr val="lt1"/>
                </a:solidFill>
                <a:latin typeface="Gill Sans"/>
                <a:ea typeface="Gill Sans"/>
                <a:cs typeface="Gill Sans"/>
                <a:sym typeface="Gill Sans"/>
              </a:rPr>
              <a:t>CREACIÓN DEL SERVIDOR SOAP</a:t>
            </a:r>
            <a:endParaRPr>
              <a:solidFill>
                <a:srgbClr val="FFFF00"/>
              </a:solidFill>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CONSOLA</a:t>
            </a:r>
            <a:endParaRPr b="1" sz="1200">
              <a:solidFill>
                <a:schemeClr val="lt1"/>
              </a:solidFill>
              <a:latin typeface="Gill Sans"/>
              <a:ea typeface="Gill Sans"/>
              <a:cs typeface="Gill Sans"/>
              <a:sym typeface="Gill Sans"/>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ESCRITORIO</a:t>
            </a:r>
            <a:endParaRPr/>
          </a:p>
          <a:p>
            <a:pPr indent="-306000" lvl="1" marL="7632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CREACIÓN DEL PROYECTO – CLIENTE WEB</a:t>
            </a:r>
            <a:endParaRPr/>
          </a:p>
          <a:p>
            <a:pPr indent="-306000" lvl="1" marL="763200" rtl="0" algn="l">
              <a:spcBef>
                <a:spcPts val="840"/>
              </a:spcBef>
              <a:spcAft>
                <a:spcPts val="0"/>
              </a:spcAft>
              <a:buClr>
                <a:srgbClr val="4590B8"/>
              </a:buClr>
              <a:buSzPts val="1104"/>
              <a:buFont typeface="Noto Sans Symbols"/>
              <a:buChar char="◼"/>
            </a:pPr>
            <a:r>
              <a:rPr b="1" lang="es-ES" sz="1200">
                <a:solidFill>
                  <a:srgbClr val="FFFF00"/>
                </a:solidFill>
                <a:latin typeface="Gill Sans"/>
                <a:ea typeface="Gill Sans"/>
                <a:cs typeface="Gill Sans"/>
                <a:sym typeface="Gill Sans"/>
              </a:rPr>
              <a:t>CREACIÓN DEL PROYECTO – CLIENTE MÓVIL</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CONCLUSIONES</a:t>
            </a:r>
            <a:endParaRPr/>
          </a:p>
          <a:p>
            <a:pPr indent="-306000" lvl="0" marL="306000" rtl="0" algn="l">
              <a:spcBef>
                <a:spcPts val="840"/>
              </a:spcBef>
              <a:spcAft>
                <a:spcPts val="0"/>
              </a:spcAft>
              <a:buClr>
                <a:srgbClr val="4590B8"/>
              </a:buClr>
              <a:buSzPts val="1104"/>
              <a:buFont typeface="Noto Sans Symbols"/>
              <a:buChar char="◼"/>
            </a:pPr>
            <a:r>
              <a:rPr b="1" lang="es-ES" sz="1200">
                <a:solidFill>
                  <a:schemeClr val="lt1"/>
                </a:solidFill>
                <a:latin typeface="Gill Sans"/>
                <a:ea typeface="Gill Sans"/>
                <a:cs typeface="Gill Sans"/>
                <a:sym typeface="Gill Sans"/>
              </a:rPr>
              <a:t>RECOMENDACIONES</a:t>
            </a:r>
            <a:endParaRPr/>
          </a:p>
          <a:p>
            <a:pPr indent="0" lvl="0" marL="457200" rtl="0" algn="l">
              <a:spcBef>
                <a:spcPts val="840"/>
              </a:spcBef>
              <a:spcAft>
                <a:spcPts val="0"/>
              </a:spcAft>
              <a:buClr>
                <a:srgbClr val="000000"/>
              </a:buClr>
              <a:buSzPts val="1400"/>
              <a:buFont typeface="Arial"/>
              <a:buNone/>
            </a:pPr>
            <a:r>
              <a:t/>
            </a:r>
            <a:endParaRPr/>
          </a:p>
          <a:p>
            <a:pPr indent="0" lvl="0" marL="457200" marR="0" rtl="0" algn="l">
              <a:lnSpc>
                <a:spcPct val="100000"/>
              </a:lnSpc>
              <a:spcBef>
                <a:spcPts val="840"/>
              </a:spcBef>
              <a:spcAft>
                <a:spcPts val="0"/>
              </a:spcAft>
              <a:buClr>
                <a:srgbClr val="000000"/>
              </a:buClr>
              <a:buSzPts val="1400"/>
              <a:buFont typeface="Arial"/>
              <a:buNone/>
            </a:pPr>
            <a:r>
              <a:t/>
            </a:r>
            <a:endParaRPr/>
          </a:p>
        </p:txBody>
      </p:sp>
      <p:pic>
        <p:nvPicPr>
          <p:cNvPr id="2028" name="Imagen 2028"/>
          <p:cNvPicPr preferRelativeResize="0"/>
          <p:nvPr/>
        </p:nvPicPr>
        <p:blipFill>
          <a:blip r:embed="rId10">
            <a:alphaModFix/>
          </a:blip>
          <a:stretch>
            <a:fillRect/>
          </a:stretch>
        </p:blipFill>
        <p:spPr>
          <a:xfrm>
            <a:off x="2890391" y="3600000"/>
            <a:ext cx="3970616" cy="2950000"/>
          </a:xfrm>
          <a:prstGeom prst="rect">
            <a:avLst/>
          </a:prstGeom>
          <a:noFill/>
          <a:ln>
            <a:noFill/>
          </a:ln>
        </p:spPr>
      </p:pic>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0" name="Shape 690"/>
        <p:cNvGrpSpPr/>
        <p:nvPr/>
      </p:nvGrpSpPr>
      <p:grpSpPr>
        <a:xfrm>
          <a:off x="0" y="0"/>
          <a:ext cx="0" cy="0"/>
          <a:chOff x="0" y="0"/>
          <a:chExt cx="0" cy="0"/>
        </a:xfrm>
      </p:grpSpPr>
      <p:sp>
        <p:nvSpPr>
          <p:cNvPr id="691" name="Google Shape;691;p85"/>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CONCLUSIONES</a:t>
            </a:r>
            <a:endParaRPr/>
          </a:p>
        </p:txBody>
      </p:sp>
      <p:sp>
        <p:nvSpPr>
          <p:cNvPr id="692" name="Google Shape;692;p85"/>
          <p:cNvSpPr txBox="1"/>
          <p:nvPr>
            <p:ph idx="1" type="body"/>
          </p:nvPr>
        </p:nvSpPr>
        <p:spPr>
          <a:xfrm>
            <a:off x="581192" y="2180496"/>
            <a:ext cx="8589300" cy="3678300"/>
          </a:xfrm>
          <a:prstGeom prst="rect">
            <a:avLst/>
          </a:prstGeom>
          <a:noFill/>
          <a:ln>
            <a:noFill/>
          </a:ln>
        </p:spPr>
        <p:txBody>
          <a:bodyPr anchorCtr="0" anchor="ctr" bIns="45700" lIns="91425" spcFirstLastPara="1" rIns="91425" wrap="square" tIns="45700">
            <a:normAutofit/>
          </a:bodyPr>
          <a:lstStyle/>
          <a:p>
            <a:pPr indent="0" lvl="0" marL="0" marR="0" rtl="0" algn="just">
              <a:lnSpc>
                <a:spcPct val="107000"/>
              </a:lnSpc>
              <a:spcBef>
                <a:spcPts val="0"/>
              </a:spcBef>
              <a:spcAft>
                <a:spcPts val="0"/>
              </a:spcAft>
              <a:buSzPts val="1656"/>
              <a:buNone/>
            </a:pPr>
            <a:r>
              <a:rPr lang="es-ES" sz="1800">
                <a:latin typeface="Cambria"/>
                <a:ea typeface="Cambria"/>
                <a:cs typeface="Cambria"/>
                <a:sym typeface="Cambria"/>
              </a:rPr>
              <a:t>Se demostró que la arquitectura orientada a servicios (SOA) permite que un único servidor SOAP desarrollado en Java sea consumido de forma eficiente por múltiples clientes heterogéneos (consolas, aplicaciones de escritorio, móviles y web).</a:t>
            </a:r>
            <a:endParaRPr sz="1800"/>
          </a:p>
          <a:p>
            <a:pPr indent="0" lvl="0" marL="0" marR="0" rtl="0" algn="just">
              <a:lnSpc>
                <a:spcPct val="107000"/>
              </a:lnSpc>
              <a:spcBef>
                <a:spcPts val="0"/>
              </a:spcBef>
              <a:spcAft>
                <a:spcPts val="0"/>
              </a:spcAft>
              <a:buSzPts val="1656"/>
              <a:buNone/>
            </a:pPr>
            <a:r>
              <a:rPr lang="es-ES" sz="1900">
                <a:latin typeface="Cambria"/>
                <a:ea typeface="Cambria"/>
                <a:cs typeface="Cambria"/>
                <a:sym typeface="Cambria"/>
              </a:rPr>
              <a:t/>
            </a:r>
            <a:endParaRPr sz="1900"/>
          </a:p>
          <a:p>
            <a:pPr indent="0" lvl="0" marL="0" marR="0" rtl="0" algn="just">
              <a:lnSpc>
                <a:spcPct val="107000"/>
              </a:lnSpc>
              <a:spcBef>
                <a:spcPts val="0"/>
              </a:spcBef>
              <a:spcAft>
                <a:spcPts val="0"/>
              </a:spcAft>
              <a:buSzPts val="1656"/>
              <a:buNone/>
            </a:pPr>
            <a:r>
              <a:rPr lang="es-ES" sz="1800">
                <a:latin typeface="Cambria"/>
                <a:ea typeface="Cambria"/>
                <a:cs typeface="Cambria"/>
                <a:sym typeface="Cambria"/>
              </a:rPr>
              <a:t>El uso del patrón Strategy y la creación de una fábrica de estrategias de backend facilitaron la escalabilidad del sistema, permitiendo que el cliente pueda alternar entre diferentes proveedores de servicios (Java SOAP, .NET REST, etc.) de manera transparente y sin afectar la experiencia del usuario.</a:t>
            </a:r>
            <a:endParaRPr sz="1800"/>
          </a:p>
          <a:p>
            <a:pPr indent="0" lvl="0" marL="0" marR="0" rtl="0" algn="just">
              <a:lnSpc>
                <a:spcPct val="107000"/>
              </a:lnSpc>
              <a:spcBef>
                <a:spcPts val="0"/>
              </a:spcBef>
              <a:spcAft>
                <a:spcPts val="0"/>
              </a:spcAft>
              <a:buSzPts val="1656"/>
              <a:buNone/>
            </a:pPr>
            <a:r>
              <a:rPr lang="es-ES" sz="1900">
                <a:latin typeface="Cambria"/>
                <a:ea typeface="Cambria"/>
                <a:cs typeface="Cambria"/>
                <a:sym typeface="Cambria"/>
              </a:rPr>
              <a:t/>
            </a:r>
            <a:endParaRPr sz="1900"/>
          </a:p>
          <a:p>
            <a:pPr indent="0" lvl="0" marL="0" marR="0" rtl="0" algn="just">
              <a:lnSpc>
                <a:spcPct val="107000"/>
              </a:lnSpc>
              <a:spcBef>
                <a:spcPts val="0"/>
              </a:spcBef>
              <a:spcAft>
                <a:spcPts val="0"/>
              </a:spcAft>
              <a:buSzPts val="1656"/>
              <a:buNone/>
            </a:pPr>
            <a:r>
              <a:rPr lang="es-ES" sz="1800">
                <a:latin typeface="Cambria"/>
                <a:ea typeface="Cambria"/>
                <a:cs typeface="Cambria"/>
                <a:sym typeface="Cambria"/>
              </a:rPr>
              <a:t>El uso de Payara Server junto con la especificación JAX-WS facilitó la gestión automática del contrato WSDL y el procesamiento de mensajes XML, garantizando un entorno de ejecución robusto y conforme a los estándares de Jakarta EE.</a:t>
            </a:r>
            <a:endParaRPr sz="1800"/>
          </a:p>
        </p:txBody>
      </p:sp>
      <p:sp>
        <p:nvSpPr>
          <p:cNvPr id="693" name="Google Shape;693;p85"/>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rgbClr val="FFFF00"/>
                </a:solidFill>
                <a:latin typeface="Gill Sans"/>
                <a:ea typeface="Gill Sans"/>
                <a:cs typeface="Gill Sans"/>
                <a:sym typeface="Gill Sans"/>
              </a:rPr>
              <a:t>DESARROLLO</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OBJETIVO</a:t>
            </a:r>
            <a:endParaRPr b="0" i="0" sz="1400" u="none" cap="none" strike="noStrike">
              <a:solidFill>
                <a:schemeClr val="lt1"/>
              </a:solidFill>
              <a:latin typeface="Arial"/>
              <a:ea typeface="Arial"/>
              <a:cs typeface="Arial"/>
              <a:sym typeface="Arial"/>
            </a:endParaRPr>
          </a:p>
          <a:p>
            <a:pPr indent="-306000" lvl="1" marL="763200" marR="0" rtl="0" algn="l">
              <a:lnSpc>
                <a:spcPct val="100000"/>
              </a:lnSpc>
              <a:spcBef>
                <a:spcPts val="840"/>
              </a:spcBef>
              <a:spcAft>
                <a:spcPts val="0"/>
              </a:spcAft>
              <a:buClr>
                <a:schemeClr val="lt1"/>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SERVIDOR SOAP</a:t>
            </a:r>
            <a:endParaRPr b="0" i="0" sz="1400" u="none" cap="none" strike="noStrike">
              <a:solidFill>
                <a:schemeClr val="lt1"/>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CONSOLA</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ESCRITORIO</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WEB</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MÓVIL</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FFFF00"/>
              </a:buClr>
              <a:buSzPts val="1104"/>
              <a:buFont typeface="Noto Sans Symbols"/>
              <a:buChar char="◼"/>
            </a:pPr>
            <a:r>
              <a:rPr b="1" i="0" lang="es-ES" sz="1200" u="none" cap="none" strike="noStrike">
                <a:solidFill>
                  <a:srgbClr val="FFFF00"/>
                </a:solidFill>
                <a:latin typeface="Gill Sans"/>
                <a:ea typeface="Gill Sans"/>
                <a:cs typeface="Gill Sans"/>
                <a:sym typeface="Gill Sans"/>
              </a:rPr>
              <a:t>CONCLUSIONES</a:t>
            </a:r>
            <a:endParaRPr b="0" i="0" sz="1400" u="none" cap="none" strike="noStrike">
              <a:solidFill>
                <a:srgbClr val="FFFF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RECOMENDACIONES</a:t>
            </a:r>
            <a:endParaRPr b="0" i="0" sz="1400" u="none" cap="none" strike="noStrike">
              <a:solidFill>
                <a:srgbClr val="000000"/>
              </a:solidFill>
              <a:latin typeface="Arial"/>
              <a:ea typeface="Arial"/>
              <a:cs typeface="Arial"/>
              <a:sym typeface="Arial"/>
            </a:endParaRPr>
          </a:p>
          <a:p>
            <a:pPr indent="0" lvl="0" marL="457200" marR="0" rtl="0" algn="l">
              <a:lnSpc>
                <a:spcPct val="100000"/>
              </a:lnSpc>
              <a:spcBef>
                <a:spcPts val="84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p86"/>
          <p:cNvSpPr txBox="1"/>
          <p:nvPr>
            <p:ph type="title"/>
          </p:nvPr>
        </p:nvSpPr>
        <p:spPr>
          <a:xfrm>
            <a:off x="581192" y="702156"/>
            <a:ext cx="11029500" cy="1013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lang="es-ES"/>
              <a:t>RECOMENDACIONES</a:t>
            </a:r>
            <a:endParaRPr/>
          </a:p>
        </p:txBody>
      </p:sp>
      <p:sp>
        <p:nvSpPr>
          <p:cNvPr id="699" name="Google Shape;699;p86"/>
          <p:cNvSpPr txBox="1"/>
          <p:nvPr>
            <p:ph idx="1" type="body"/>
          </p:nvPr>
        </p:nvSpPr>
        <p:spPr>
          <a:xfrm>
            <a:off x="581200" y="2025325"/>
            <a:ext cx="8500800" cy="4291200"/>
          </a:xfrm>
          <a:prstGeom prst="rect">
            <a:avLst/>
          </a:prstGeom>
          <a:noFill/>
          <a:ln>
            <a:noFill/>
          </a:ln>
        </p:spPr>
        <p:txBody>
          <a:bodyPr anchorCtr="0" anchor="ctr" bIns="45700" lIns="91425" spcFirstLastPara="1" rIns="91425" wrap="square" tIns="45700">
            <a:normAutofit/>
          </a:bodyPr>
          <a:lstStyle/>
          <a:p>
            <a:pPr indent="0" lvl="0" marL="0" rtl="0" algn="just">
              <a:lnSpc>
                <a:spcPct val="107000"/>
              </a:lnSpc>
              <a:spcBef>
                <a:spcPts val="0"/>
              </a:spcBef>
              <a:spcAft>
                <a:spcPts val="0"/>
              </a:spcAft>
              <a:buNone/>
            </a:pPr>
            <a:r>
              <a:rPr lang="es-ES" sz="1800">
                <a:latin typeface="Cambria"/>
                <a:ea typeface="Cambria"/>
                <a:cs typeface="Cambria"/>
                <a:sym typeface="Cambria"/>
              </a:rPr>
              <a:t>Se recomienda incorporar una base de datos formal para sustituir el uso de credenciales quemadas en el código y habilitar el almacenamiento persistente de las conversiones de los usuarios.</a:t>
            </a:r>
            <a:endParaRPr sz="1800">
              <a:latin typeface="Cambria"/>
              <a:ea typeface="Cambria"/>
              <a:cs typeface="Cambria"/>
              <a:sym typeface="Cambria"/>
            </a:endParaRPr>
          </a:p>
          <a:p>
            <a:pPr indent="0" lvl="0" marL="0" rtl="0" algn="just">
              <a:lnSpc>
                <a:spcPct val="107000"/>
              </a:lnSpc>
              <a:spcBef>
                <a:spcPts val="0"/>
              </a:spcBef>
              <a:spcAft>
                <a:spcPts val="0"/>
              </a:spcAft>
              <a:buNone/>
            </a:pPr>
            <a:r>
              <a:t/>
            </a:r>
            <a:endParaRPr sz="1900">
              <a:latin typeface="Cambria"/>
              <a:ea typeface="Cambria"/>
              <a:cs typeface="Cambria"/>
              <a:sym typeface="Cambria"/>
            </a:endParaRPr>
          </a:p>
          <a:p>
            <a:pPr indent="0" lvl="0" marL="0" rtl="0" algn="just">
              <a:lnSpc>
                <a:spcPct val="107000"/>
              </a:lnSpc>
              <a:spcBef>
                <a:spcPts val="0"/>
              </a:spcBef>
              <a:spcAft>
                <a:spcPts val="0"/>
              </a:spcAft>
              <a:buNone/>
            </a:pPr>
            <a:r>
              <a:rPr lang="es-ES" sz="1800">
                <a:latin typeface="Cambria"/>
                <a:ea typeface="Cambria"/>
                <a:cs typeface="Cambria"/>
                <a:sym typeface="Cambria"/>
              </a:rPr>
              <a:t>Integrar protocolos de cifrado a nivel de mensaje (WS-Security) y el uso de HTTPS en entornos de producción para proteger la integridad del token de seguridad y los datos sensibles durante el tránsito en la red.</a:t>
            </a:r>
            <a:endParaRPr sz="1800">
              <a:latin typeface="Cambria"/>
              <a:ea typeface="Cambria"/>
              <a:cs typeface="Cambria"/>
              <a:sym typeface="Cambria"/>
            </a:endParaRPr>
          </a:p>
          <a:p>
            <a:pPr indent="0" lvl="0" marL="0" rtl="0" algn="just">
              <a:lnSpc>
                <a:spcPct val="107000"/>
              </a:lnSpc>
              <a:spcBef>
                <a:spcPts val="0"/>
              </a:spcBef>
              <a:spcAft>
                <a:spcPts val="0"/>
              </a:spcAft>
              <a:buNone/>
            </a:pPr>
            <a:r>
              <a:t/>
            </a:r>
            <a:endParaRPr sz="1900">
              <a:latin typeface="Cambria"/>
              <a:ea typeface="Cambria"/>
              <a:cs typeface="Cambria"/>
              <a:sym typeface="Cambria"/>
            </a:endParaRPr>
          </a:p>
          <a:p>
            <a:pPr indent="0" lvl="0" marL="0" rtl="0" algn="just">
              <a:lnSpc>
                <a:spcPct val="107000"/>
              </a:lnSpc>
              <a:spcBef>
                <a:spcPts val="0"/>
              </a:spcBef>
              <a:spcAft>
                <a:spcPts val="0"/>
              </a:spcAft>
              <a:buNone/>
            </a:pPr>
            <a:r>
              <a:rPr lang="es-ES" sz="1800">
                <a:latin typeface="Cambria"/>
                <a:ea typeface="Cambria"/>
                <a:cs typeface="Cambria"/>
                <a:sym typeface="Cambria"/>
              </a:rPr>
              <a:t>Incorporar herramientas de análisis estático de código automatizadas dentro del ciclo de vida de desarrollo para monitorear la calidad del software y asegurar que las nuevas funcionalidades no rompan la compatibilidad con el contrato WSDL expuesto.</a:t>
            </a:r>
            <a:endParaRPr sz="1800">
              <a:latin typeface="Cambria"/>
              <a:ea typeface="Cambria"/>
              <a:cs typeface="Cambria"/>
              <a:sym typeface="Cambria"/>
            </a:endParaRPr>
          </a:p>
        </p:txBody>
      </p:sp>
      <p:sp>
        <p:nvSpPr>
          <p:cNvPr id="700" name="Google Shape;700;p86"/>
          <p:cNvSpPr/>
          <p:nvPr/>
        </p:nvSpPr>
        <p:spPr>
          <a:xfrm>
            <a:off x="9383697" y="0"/>
            <a:ext cx="2808300" cy="6858000"/>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rgbClr val="FFFF00"/>
                </a:solidFill>
                <a:latin typeface="Gill Sans"/>
                <a:ea typeface="Gill Sans"/>
                <a:cs typeface="Gill Sans"/>
                <a:sym typeface="Gill Sans"/>
              </a:rPr>
              <a:t>DESARROLLO</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OBJETIVO</a:t>
            </a:r>
            <a:endParaRPr b="0" i="0" sz="1400" u="none" cap="none" strike="noStrike">
              <a:solidFill>
                <a:schemeClr val="lt1"/>
              </a:solidFill>
              <a:latin typeface="Arial"/>
              <a:ea typeface="Arial"/>
              <a:cs typeface="Arial"/>
              <a:sym typeface="Arial"/>
            </a:endParaRPr>
          </a:p>
          <a:p>
            <a:pPr indent="-306000" lvl="1" marL="763200" marR="0" rtl="0" algn="l">
              <a:lnSpc>
                <a:spcPct val="100000"/>
              </a:lnSpc>
              <a:spcBef>
                <a:spcPts val="840"/>
              </a:spcBef>
              <a:spcAft>
                <a:spcPts val="0"/>
              </a:spcAft>
              <a:buClr>
                <a:schemeClr val="lt1"/>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SERVIDOR SOAP</a:t>
            </a:r>
            <a:endParaRPr b="0" i="0" sz="1400" u="none" cap="none" strike="noStrike">
              <a:solidFill>
                <a:schemeClr val="lt1"/>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CONSOLA</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ESCRITORIO</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WEB</a:t>
            </a:r>
            <a:endParaRPr b="0" i="0" sz="1400" u="none" cap="none" strike="noStrike">
              <a:solidFill>
                <a:srgbClr val="000000"/>
              </a:solidFill>
              <a:latin typeface="Arial"/>
              <a:ea typeface="Arial"/>
              <a:cs typeface="Arial"/>
              <a:sym typeface="Arial"/>
            </a:endParaRPr>
          </a:p>
          <a:p>
            <a:pPr indent="-306000" lvl="1" marL="7632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CREACIÓN DEL PROYECTO – CLIENTE MÓVIL</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4590B8"/>
              </a:buClr>
              <a:buSzPts val="1104"/>
              <a:buFont typeface="Noto Sans Symbols"/>
              <a:buChar char="◼"/>
            </a:pPr>
            <a:r>
              <a:rPr b="1" i="0" lang="es-ES" sz="1200" u="none" cap="none" strike="noStrike">
                <a:solidFill>
                  <a:schemeClr val="lt1"/>
                </a:solidFill>
                <a:latin typeface="Gill Sans"/>
                <a:ea typeface="Gill Sans"/>
                <a:cs typeface="Gill Sans"/>
                <a:sym typeface="Gill Sans"/>
              </a:rPr>
              <a:t>CONCLUSIONES</a:t>
            </a:r>
            <a:endParaRPr b="0" i="0" sz="1400" u="none" cap="none" strike="noStrike">
              <a:solidFill>
                <a:srgbClr val="000000"/>
              </a:solidFill>
              <a:latin typeface="Arial"/>
              <a:ea typeface="Arial"/>
              <a:cs typeface="Arial"/>
              <a:sym typeface="Arial"/>
            </a:endParaRPr>
          </a:p>
          <a:p>
            <a:pPr indent="-306000" lvl="0" marL="306000" marR="0" rtl="0" algn="l">
              <a:lnSpc>
                <a:spcPct val="100000"/>
              </a:lnSpc>
              <a:spcBef>
                <a:spcPts val="840"/>
              </a:spcBef>
              <a:spcAft>
                <a:spcPts val="0"/>
              </a:spcAft>
              <a:buClr>
                <a:srgbClr val="FFFF00"/>
              </a:buClr>
              <a:buSzPts val="1104"/>
              <a:buFont typeface="Noto Sans Symbols"/>
              <a:buChar char="◼"/>
            </a:pPr>
            <a:r>
              <a:rPr b="1" i="0" lang="es-ES" sz="1200" u="none" cap="none" strike="noStrike">
                <a:solidFill>
                  <a:srgbClr val="FFFF00"/>
                </a:solidFill>
                <a:latin typeface="Gill Sans"/>
                <a:ea typeface="Gill Sans"/>
                <a:cs typeface="Gill Sans"/>
                <a:sym typeface="Gill Sans"/>
              </a:rPr>
              <a:t>RECOMENDACIONES</a:t>
            </a:r>
            <a:endParaRPr b="0" i="0" sz="1400" u="none" cap="none" strike="noStrike">
              <a:solidFill>
                <a:srgbClr val="FFFF00"/>
              </a:solidFill>
              <a:latin typeface="Arial"/>
              <a:ea typeface="Arial"/>
              <a:cs typeface="Arial"/>
              <a:sym typeface="Arial"/>
            </a:endParaRPr>
          </a:p>
          <a:p>
            <a:pPr indent="0" lvl="0" marL="457200" marR="0" rtl="0" algn="l">
              <a:lnSpc>
                <a:spcPct val="100000"/>
              </a:lnSpc>
              <a:spcBef>
                <a:spcPts val="84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ividendo">
  <a:themeElements>
    <a:clrScheme name="Dividend">
      <a:dk1>
        <a:srgbClr val="000000"/>
      </a:dk1>
      <a:lt1>
        <a:srgbClr val="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